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5" r:id="rId3"/>
    <p:sldId id="257" r:id="rId4"/>
    <p:sldId id="272" r:id="rId5"/>
    <p:sldId id="258" r:id="rId6"/>
    <p:sldId id="267" r:id="rId7"/>
    <p:sldId id="268" r:id="rId8"/>
    <p:sldId id="269" r:id="rId9"/>
    <p:sldId id="270" r:id="rId10"/>
    <p:sldId id="271" r:id="rId11"/>
    <p:sldId id="273" r:id="rId12"/>
    <p:sldId id="274" r:id="rId13"/>
    <p:sldId id="259" r:id="rId14"/>
    <p:sldId id="260" r:id="rId15"/>
    <p:sldId id="261" r:id="rId16"/>
    <p:sldId id="262" r:id="rId17"/>
    <p:sldId id="263" r:id="rId18"/>
    <p:sldId id="26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5B997A-7103-47E7-B9A3-A05E4716AE82}" v="216" dt="2026-04-11T15:57:24.7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kshay arora" userId="35fb28de15c0b5d6" providerId="LiveId" clId="{96852303-780D-481B-8958-CC4E7849B629}"/>
    <pc:docChg chg="undo custSel addSld delSld modSld sldOrd">
      <pc:chgData name="lakshay arora" userId="35fb28de15c0b5d6" providerId="LiveId" clId="{96852303-780D-481B-8958-CC4E7849B629}" dt="2026-04-11T16:01:54.309" v="1307" actId="113"/>
      <pc:docMkLst>
        <pc:docMk/>
      </pc:docMkLst>
      <pc:sldChg chg="addSp delSp modSp mod">
        <pc:chgData name="lakshay arora" userId="35fb28de15c0b5d6" providerId="LiveId" clId="{96852303-780D-481B-8958-CC4E7849B629}" dt="2026-04-11T13:25:33.534" v="174" actId="1036"/>
        <pc:sldMkLst>
          <pc:docMk/>
          <pc:sldMk cId="217447902" sldId="256"/>
        </pc:sldMkLst>
        <pc:spChg chg="mod">
          <ac:chgData name="lakshay arora" userId="35fb28de15c0b5d6" providerId="LiveId" clId="{96852303-780D-481B-8958-CC4E7849B629}" dt="2026-04-11T11:25:16.135" v="14"/>
          <ac:spMkLst>
            <pc:docMk/>
            <pc:sldMk cId="217447902" sldId="256"/>
            <ac:spMk id="2" creationId="{7A4A1FEB-9D3B-FF3C-FD80-8CB84D78AF69}"/>
          </ac:spMkLst>
        </pc:spChg>
        <pc:spChg chg="mod">
          <ac:chgData name="lakshay arora" userId="35fb28de15c0b5d6" providerId="LiveId" clId="{96852303-780D-481B-8958-CC4E7849B629}" dt="2026-04-11T11:27:02.247" v="18" actId="27636"/>
          <ac:spMkLst>
            <pc:docMk/>
            <pc:sldMk cId="217447902" sldId="256"/>
            <ac:spMk id="3" creationId="{319CFE82-FCB0-9D07-5078-7098F9181E23}"/>
          </ac:spMkLst>
        </pc:spChg>
        <pc:spChg chg="add mod">
          <ac:chgData name="lakshay arora" userId="35fb28de15c0b5d6" providerId="LiveId" clId="{96852303-780D-481B-8958-CC4E7849B629}" dt="2026-04-11T13:18:47.103" v="152" actId="122"/>
          <ac:spMkLst>
            <pc:docMk/>
            <pc:sldMk cId="217447902" sldId="256"/>
            <ac:spMk id="5" creationId="{EE9FE3BD-A8EE-7DCD-2620-DBBE0FDC57B5}"/>
          </ac:spMkLst>
        </pc:spChg>
        <pc:spChg chg="add mod">
          <ac:chgData name="lakshay arora" userId="35fb28de15c0b5d6" providerId="LiveId" clId="{96852303-780D-481B-8958-CC4E7849B629}" dt="2026-04-11T13:19:41.262" v="171" actId="255"/>
          <ac:spMkLst>
            <pc:docMk/>
            <pc:sldMk cId="217447902" sldId="256"/>
            <ac:spMk id="6" creationId="{6F807B56-B150-13E7-485E-1B804C87FE0B}"/>
          </ac:spMkLst>
        </pc:spChg>
        <pc:picChg chg="add del mod">
          <ac:chgData name="lakshay arora" userId="35fb28de15c0b5d6" providerId="LiveId" clId="{96852303-780D-481B-8958-CC4E7849B629}" dt="2026-04-11T11:32:56.108" v="29" actId="21"/>
          <ac:picMkLst>
            <pc:docMk/>
            <pc:sldMk cId="217447902" sldId="256"/>
            <ac:picMk id="4" creationId="{393EE6B7-5B70-681E-01F8-9C5493446566}"/>
          </ac:picMkLst>
        </pc:picChg>
        <pc:picChg chg="add del mod">
          <ac:chgData name="lakshay arora" userId="35fb28de15c0b5d6" providerId="LiveId" clId="{96852303-780D-481B-8958-CC4E7849B629}" dt="2026-04-11T11:32:52.342" v="27" actId="21"/>
          <ac:picMkLst>
            <pc:docMk/>
            <pc:sldMk cId="217447902" sldId="256"/>
            <ac:picMk id="1026" creationId="{393EE6B7-5B70-681E-01F8-9C5493446566}"/>
          </ac:picMkLst>
        </pc:picChg>
        <pc:picChg chg="add mod">
          <ac:chgData name="lakshay arora" userId="35fb28de15c0b5d6" providerId="LiveId" clId="{96852303-780D-481B-8958-CC4E7849B629}" dt="2026-04-11T13:25:33.534" v="174" actId="1036"/>
          <ac:picMkLst>
            <pc:docMk/>
            <pc:sldMk cId="217447902" sldId="256"/>
            <ac:picMk id="1028" creationId="{E3D2759D-25AE-67C6-FD96-68D068018F25}"/>
          </ac:picMkLst>
        </pc:picChg>
      </pc:sldChg>
      <pc:sldChg chg="addSp modSp new mod">
        <pc:chgData name="lakshay arora" userId="35fb28de15c0b5d6" providerId="LiveId" clId="{96852303-780D-481B-8958-CC4E7849B629}" dt="2026-04-11T15:54:45.100" v="1271" actId="1076"/>
        <pc:sldMkLst>
          <pc:docMk/>
          <pc:sldMk cId="1518072018" sldId="257"/>
        </pc:sldMkLst>
        <pc:spChg chg="add mod">
          <ac:chgData name="lakshay arora" userId="35fb28de15c0b5d6" providerId="LiveId" clId="{96852303-780D-481B-8958-CC4E7849B629}" dt="2026-04-11T15:54:45.100" v="1271" actId="1076"/>
          <ac:spMkLst>
            <pc:docMk/>
            <pc:sldMk cId="1518072018" sldId="257"/>
            <ac:spMk id="4" creationId="{713A3F7F-11DC-6A7B-A492-4D2345037601}"/>
          </ac:spMkLst>
        </pc:spChg>
        <pc:picChg chg="add mod">
          <ac:chgData name="lakshay arora" userId="35fb28de15c0b5d6" providerId="LiveId" clId="{96852303-780D-481B-8958-CC4E7849B629}" dt="2026-04-11T11:27:32.338" v="25"/>
          <ac:picMkLst>
            <pc:docMk/>
            <pc:sldMk cId="1518072018" sldId="257"/>
            <ac:picMk id="2" creationId="{B9988243-3DF3-B981-4B25-CE9C716C08CE}"/>
          </ac:picMkLst>
        </pc:picChg>
        <pc:picChg chg="add mod">
          <ac:chgData name="lakshay arora" userId="35fb28de15c0b5d6" providerId="LiveId" clId="{96852303-780D-481B-8958-CC4E7849B629}" dt="2026-04-11T15:54:41.622" v="1270" actId="1076"/>
          <ac:picMkLst>
            <pc:docMk/>
            <pc:sldMk cId="1518072018" sldId="257"/>
            <ac:picMk id="3" creationId="{EE796A22-530D-9F1F-7C6E-D3305451BD1B}"/>
          </ac:picMkLst>
        </pc:picChg>
      </pc:sldChg>
      <pc:sldChg chg="addSp delSp modSp add del mod">
        <pc:chgData name="lakshay arora" userId="35fb28de15c0b5d6" providerId="LiveId" clId="{96852303-780D-481B-8958-CC4E7849B629}" dt="2026-04-11T15:13:40.019" v="1061" actId="1036"/>
        <pc:sldMkLst>
          <pc:docMk/>
          <pc:sldMk cId="816800985" sldId="258"/>
        </pc:sldMkLst>
        <pc:spChg chg="add mod">
          <ac:chgData name="lakshay arora" userId="35fb28de15c0b5d6" providerId="LiveId" clId="{96852303-780D-481B-8958-CC4E7849B629}" dt="2026-04-11T15:01:07.060" v="875" actId="2711"/>
          <ac:spMkLst>
            <pc:docMk/>
            <pc:sldMk cId="816800985" sldId="258"/>
            <ac:spMk id="4" creationId="{D252F90B-FF8D-94C0-CD06-9FE19970CB9E}"/>
          </ac:spMkLst>
        </pc:spChg>
        <pc:spChg chg="add mod">
          <ac:chgData name="lakshay arora" userId="35fb28de15c0b5d6" providerId="LiveId" clId="{96852303-780D-481B-8958-CC4E7849B629}" dt="2026-04-11T15:13:37.167" v="1059" actId="20577"/>
          <ac:spMkLst>
            <pc:docMk/>
            <pc:sldMk cId="816800985" sldId="258"/>
            <ac:spMk id="15" creationId="{D18DF0DE-8420-15AA-A9C3-1B158C46809E}"/>
          </ac:spMkLst>
        </pc:spChg>
        <pc:picChg chg="add mod">
          <ac:chgData name="lakshay arora" userId="35fb28de15c0b5d6" providerId="LiveId" clId="{96852303-780D-481B-8958-CC4E7849B629}" dt="2026-04-11T11:27:40.459" v="26"/>
          <ac:picMkLst>
            <pc:docMk/>
            <pc:sldMk cId="816800985" sldId="258"/>
            <ac:picMk id="2" creationId="{5E046A15-09DF-EF7D-2E5B-17887DE15618}"/>
          </ac:picMkLst>
        </pc:picChg>
        <pc:picChg chg="add mod">
          <ac:chgData name="lakshay arora" userId="35fb28de15c0b5d6" providerId="LiveId" clId="{96852303-780D-481B-8958-CC4E7849B629}" dt="2026-04-11T15:13:40.019" v="1061" actId="1036"/>
          <ac:picMkLst>
            <pc:docMk/>
            <pc:sldMk cId="816800985" sldId="258"/>
            <ac:picMk id="3" creationId="{B5E09DAC-DC6E-C782-67F1-67B452F2C511}"/>
          </ac:picMkLst>
        </pc:picChg>
        <pc:picChg chg="add mod">
          <ac:chgData name="lakshay arora" userId="35fb28de15c0b5d6" providerId="LiveId" clId="{96852303-780D-481B-8958-CC4E7849B629}" dt="2026-04-11T15:09:05.998" v="957" actId="208"/>
          <ac:picMkLst>
            <pc:docMk/>
            <pc:sldMk cId="816800985" sldId="258"/>
            <ac:picMk id="6" creationId="{6F93D88C-C2A7-35AD-5FC9-02D7C70B1607}"/>
          </ac:picMkLst>
        </pc:picChg>
        <pc:picChg chg="add del mod">
          <ac:chgData name="lakshay arora" userId="35fb28de15c0b5d6" providerId="LiveId" clId="{96852303-780D-481B-8958-CC4E7849B629}" dt="2026-04-11T13:34:53.176" v="320" actId="21"/>
          <ac:picMkLst>
            <pc:docMk/>
            <pc:sldMk cId="816800985" sldId="258"/>
            <ac:picMk id="7" creationId="{FA20BFE0-7EB6-0FC4-6B21-17D582626E74}"/>
          </ac:picMkLst>
        </pc:picChg>
        <pc:picChg chg="add del mod">
          <ac:chgData name="lakshay arora" userId="35fb28de15c0b5d6" providerId="LiveId" clId="{96852303-780D-481B-8958-CC4E7849B629}" dt="2026-04-11T13:34:52.017" v="319" actId="21"/>
          <ac:picMkLst>
            <pc:docMk/>
            <pc:sldMk cId="816800985" sldId="258"/>
            <ac:picMk id="8" creationId="{727FE864-F385-466C-C7F8-A30502DB11BC}"/>
          </ac:picMkLst>
        </pc:picChg>
        <pc:picChg chg="add del mod">
          <ac:chgData name="lakshay arora" userId="35fb28de15c0b5d6" providerId="LiveId" clId="{96852303-780D-481B-8958-CC4E7849B629}" dt="2026-04-11T13:34:50.400" v="318" actId="21"/>
          <ac:picMkLst>
            <pc:docMk/>
            <pc:sldMk cId="816800985" sldId="258"/>
            <ac:picMk id="9" creationId="{5D74D29F-FFA6-F747-CB7D-E98B8FBB1B50}"/>
          </ac:picMkLst>
        </pc:picChg>
        <pc:picChg chg="add mod">
          <ac:chgData name="lakshay arora" userId="35fb28de15c0b5d6" providerId="LiveId" clId="{96852303-780D-481B-8958-CC4E7849B629}" dt="2026-04-11T13:35:02.834" v="321"/>
          <ac:picMkLst>
            <pc:docMk/>
            <pc:sldMk cId="816800985" sldId="258"/>
            <ac:picMk id="10" creationId="{C755C3C4-BE83-9D5B-F588-2E6A0AC74B27}"/>
          </ac:picMkLst>
        </pc:picChg>
        <pc:picChg chg="add mod">
          <ac:chgData name="lakshay arora" userId="35fb28de15c0b5d6" providerId="LiveId" clId="{96852303-780D-481B-8958-CC4E7849B629}" dt="2026-04-11T13:35:03.713" v="322"/>
          <ac:picMkLst>
            <pc:docMk/>
            <pc:sldMk cId="816800985" sldId="258"/>
            <ac:picMk id="11" creationId="{D197319E-CEB7-328C-C7C3-53DEB5E6B56C}"/>
          </ac:picMkLst>
        </pc:picChg>
        <pc:picChg chg="add mod">
          <ac:chgData name="lakshay arora" userId="35fb28de15c0b5d6" providerId="LiveId" clId="{96852303-780D-481B-8958-CC4E7849B629}" dt="2026-04-11T13:35:04.545" v="323"/>
          <ac:picMkLst>
            <pc:docMk/>
            <pc:sldMk cId="816800985" sldId="258"/>
            <ac:picMk id="12" creationId="{25D678D9-D1DA-C523-1B1A-C61345691619}"/>
          </ac:picMkLst>
        </pc:picChg>
        <pc:picChg chg="add mod">
          <ac:chgData name="lakshay arora" userId="35fb28de15c0b5d6" providerId="LiveId" clId="{96852303-780D-481B-8958-CC4E7849B629}" dt="2026-04-11T15:09:08.594" v="958" actId="208"/>
          <ac:picMkLst>
            <pc:docMk/>
            <pc:sldMk cId="816800985" sldId="258"/>
            <ac:picMk id="13" creationId="{6B8DA69D-506F-0439-4F2E-F013AD9C999E}"/>
          </ac:picMkLst>
        </pc:picChg>
        <pc:picChg chg="add mod">
          <ac:chgData name="lakshay arora" userId="35fb28de15c0b5d6" providerId="LiveId" clId="{96852303-780D-481B-8958-CC4E7849B629}" dt="2026-04-11T15:09:11.988" v="959" actId="208"/>
          <ac:picMkLst>
            <pc:docMk/>
            <pc:sldMk cId="816800985" sldId="258"/>
            <ac:picMk id="14" creationId="{4925EBDB-A031-EC01-51A5-26FE5F33282C}"/>
          </ac:picMkLst>
        </pc:picChg>
      </pc:sldChg>
      <pc:sldChg chg="addSp modSp add del mod">
        <pc:chgData name="lakshay arora" userId="35fb28de15c0b5d6" providerId="LiveId" clId="{96852303-780D-481B-8958-CC4E7849B629}" dt="2026-04-11T15:58:40.216" v="1304" actId="1076"/>
        <pc:sldMkLst>
          <pc:docMk/>
          <pc:sldMk cId="4143764909" sldId="259"/>
        </pc:sldMkLst>
        <pc:spChg chg="add mod">
          <ac:chgData name="lakshay arora" userId="35fb28de15c0b5d6" providerId="LiveId" clId="{96852303-780D-481B-8958-CC4E7849B629}" dt="2026-04-11T15:58:40.216" v="1304" actId="1076"/>
          <ac:spMkLst>
            <pc:docMk/>
            <pc:sldMk cId="4143764909" sldId="259"/>
            <ac:spMk id="3" creationId="{0BF0D50E-65B2-8152-5A9A-3137508AACED}"/>
          </ac:spMkLst>
        </pc:spChg>
        <pc:picChg chg="add mod">
          <ac:chgData name="lakshay arora" userId="35fb28de15c0b5d6" providerId="LiveId" clId="{96852303-780D-481B-8958-CC4E7849B629}" dt="2026-04-11T11:33:28.516" v="37"/>
          <ac:picMkLst>
            <pc:docMk/>
            <pc:sldMk cId="4143764909" sldId="259"/>
            <ac:picMk id="2" creationId="{A2F8140E-81E4-026D-D779-6387512AB953}"/>
          </ac:picMkLst>
        </pc:picChg>
      </pc:sldChg>
      <pc:sldChg chg="addSp delSp modSp add mod">
        <pc:chgData name="lakshay arora" userId="35fb28de15c0b5d6" providerId="LiveId" clId="{96852303-780D-481B-8958-CC4E7849B629}" dt="2026-04-11T13:27:18.040" v="198" actId="1076"/>
        <pc:sldMkLst>
          <pc:docMk/>
          <pc:sldMk cId="230181798" sldId="260"/>
        </pc:sldMkLst>
        <pc:spChg chg="add mod">
          <ac:chgData name="lakshay arora" userId="35fb28de15c0b5d6" providerId="LiveId" clId="{96852303-780D-481B-8958-CC4E7849B629}" dt="2026-04-11T13:27:18.040" v="198" actId="1076"/>
          <ac:spMkLst>
            <pc:docMk/>
            <pc:sldMk cId="230181798" sldId="260"/>
            <ac:spMk id="6" creationId="{F7711604-80E0-FCF9-DC05-1E6AD9D4DAA5}"/>
          </ac:spMkLst>
        </pc:spChg>
        <pc:picChg chg="add del">
          <ac:chgData name="lakshay arora" userId="35fb28de15c0b5d6" providerId="LiveId" clId="{96852303-780D-481B-8958-CC4E7849B629}" dt="2026-04-11T11:16:42.820" v="7" actId="21"/>
          <ac:picMkLst>
            <pc:docMk/>
            <pc:sldMk cId="230181798" sldId="260"/>
            <ac:picMk id="3" creationId="{43162359-9FFB-61EF-27B8-C6248FB2752D}"/>
          </ac:picMkLst>
        </pc:picChg>
        <pc:picChg chg="add mod">
          <ac:chgData name="lakshay arora" userId="35fb28de15c0b5d6" providerId="LiveId" clId="{96852303-780D-481B-8958-CC4E7849B629}" dt="2026-04-11T13:26:05.083" v="178" actId="14100"/>
          <ac:picMkLst>
            <pc:docMk/>
            <pc:sldMk cId="230181798" sldId="260"/>
            <ac:picMk id="5" creationId="{89D6477D-181C-DDCF-A1F2-8AE83196A5D5}"/>
          </ac:picMkLst>
        </pc:picChg>
      </pc:sldChg>
      <pc:sldChg chg="addSp delSp modSp add mod">
        <pc:chgData name="lakshay arora" userId="35fb28de15c0b5d6" providerId="LiveId" clId="{96852303-780D-481B-8958-CC4E7849B629}" dt="2026-04-11T15:43:23.115" v="1180" actId="1035"/>
        <pc:sldMkLst>
          <pc:docMk/>
          <pc:sldMk cId="1664195683" sldId="261"/>
        </pc:sldMkLst>
        <pc:spChg chg="add mod">
          <ac:chgData name="lakshay arora" userId="35fb28de15c0b5d6" providerId="LiveId" clId="{96852303-780D-481B-8958-CC4E7849B629}" dt="2026-04-11T15:29:33.569" v="1158"/>
          <ac:spMkLst>
            <pc:docMk/>
            <pc:sldMk cId="1664195683" sldId="261"/>
            <ac:spMk id="6" creationId="{1E32D518-B44F-97CC-C549-1090BD2B80B9}"/>
          </ac:spMkLst>
        </pc:spChg>
        <pc:picChg chg="add del">
          <ac:chgData name="lakshay arora" userId="35fb28de15c0b5d6" providerId="LiveId" clId="{96852303-780D-481B-8958-CC4E7849B629}" dt="2026-04-11T13:13:13.506" v="45" actId="478"/>
          <ac:picMkLst>
            <pc:docMk/>
            <pc:sldMk cId="1664195683" sldId="261"/>
            <ac:picMk id="3" creationId="{E293383D-C94A-0E36-E508-2722D1DDDAB2}"/>
          </ac:picMkLst>
        </pc:picChg>
        <pc:picChg chg="add mod">
          <ac:chgData name="lakshay arora" userId="35fb28de15c0b5d6" providerId="LiveId" clId="{96852303-780D-481B-8958-CC4E7849B629}" dt="2026-04-11T15:43:23.115" v="1180" actId="1035"/>
          <ac:picMkLst>
            <pc:docMk/>
            <pc:sldMk cId="1664195683" sldId="261"/>
            <ac:picMk id="5" creationId="{A299B7A1-4811-7BCC-433E-7C8F60A147BA}"/>
          </ac:picMkLst>
        </pc:picChg>
      </pc:sldChg>
      <pc:sldChg chg="addSp delSp modSp add mod">
        <pc:chgData name="lakshay arora" userId="35fb28de15c0b5d6" providerId="LiveId" clId="{96852303-780D-481B-8958-CC4E7849B629}" dt="2026-04-11T13:29:00.081" v="254" actId="1076"/>
        <pc:sldMkLst>
          <pc:docMk/>
          <pc:sldMk cId="2620607564" sldId="262"/>
        </pc:sldMkLst>
        <pc:spChg chg="add mod">
          <ac:chgData name="lakshay arora" userId="35fb28de15c0b5d6" providerId="LiveId" clId="{96852303-780D-481B-8958-CC4E7849B629}" dt="2026-04-11T13:29:00.081" v="254" actId="1076"/>
          <ac:spMkLst>
            <pc:docMk/>
            <pc:sldMk cId="2620607564" sldId="262"/>
            <ac:spMk id="8" creationId="{7D983887-9877-41A7-3923-FEC87C21723F}"/>
          </ac:spMkLst>
        </pc:spChg>
        <pc:picChg chg="add del">
          <ac:chgData name="lakshay arora" userId="35fb28de15c0b5d6" providerId="LiveId" clId="{96852303-780D-481B-8958-CC4E7849B629}" dt="2026-04-11T13:13:21.833" v="47" actId="478"/>
          <ac:picMkLst>
            <pc:docMk/>
            <pc:sldMk cId="2620607564" sldId="262"/>
            <ac:picMk id="3" creationId="{C54378BE-FBE9-45E5-B154-90995047023D}"/>
          </ac:picMkLst>
        </pc:picChg>
        <pc:picChg chg="add del">
          <ac:chgData name="lakshay arora" userId="35fb28de15c0b5d6" providerId="LiveId" clId="{96852303-780D-481B-8958-CC4E7849B629}" dt="2026-04-11T13:14:40.401" v="49" actId="21"/>
          <ac:picMkLst>
            <pc:docMk/>
            <pc:sldMk cId="2620607564" sldId="262"/>
            <ac:picMk id="5" creationId="{EA6F9FD3-DD3A-CFEC-4C2B-D1E121D944DE}"/>
          </ac:picMkLst>
        </pc:picChg>
        <pc:picChg chg="add mod">
          <ac:chgData name="lakshay arora" userId="35fb28de15c0b5d6" providerId="LiveId" clId="{96852303-780D-481B-8958-CC4E7849B629}" dt="2026-04-11T13:28:26.299" v="227" actId="1076"/>
          <ac:picMkLst>
            <pc:docMk/>
            <pc:sldMk cId="2620607564" sldId="262"/>
            <ac:picMk id="7" creationId="{D3EAE8EC-61DC-C056-C3BF-C3886C1742A3}"/>
          </ac:picMkLst>
        </pc:picChg>
      </pc:sldChg>
      <pc:sldChg chg="addSp modSp add mod">
        <pc:chgData name="lakshay arora" userId="35fb28de15c0b5d6" providerId="LiveId" clId="{96852303-780D-481B-8958-CC4E7849B629}" dt="2026-04-11T15:59:04.141" v="1305" actId="255"/>
        <pc:sldMkLst>
          <pc:docMk/>
          <pc:sldMk cId="3936271504" sldId="263"/>
        </pc:sldMkLst>
        <pc:spChg chg="add mod">
          <ac:chgData name="lakshay arora" userId="35fb28de15c0b5d6" providerId="LiveId" clId="{96852303-780D-481B-8958-CC4E7849B629}" dt="2026-04-11T15:59:04.141" v="1305" actId="255"/>
          <ac:spMkLst>
            <pc:docMk/>
            <pc:sldMk cId="3936271504" sldId="263"/>
            <ac:spMk id="3" creationId="{A6EBDB02-EFE3-BE7A-E7C0-A313EF30787E}"/>
          </ac:spMkLst>
        </pc:spChg>
        <pc:spChg chg="add mod">
          <ac:chgData name="lakshay arora" userId="35fb28de15c0b5d6" providerId="LiveId" clId="{96852303-780D-481B-8958-CC4E7849B629}" dt="2026-04-11T15:42:55.324" v="1176" actId="14100"/>
          <ac:spMkLst>
            <pc:docMk/>
            <pc:sldMk cId="3936271504" sldId="263"/>
            <ac:spMk id="5" creationId="{440B59B4-1997-081B-C567-83CB26444E33}"/>
          </ac:spMkLst>
        </pc:spChg>
      </pc:sldChg>
      <pc:sldChg chg="addSp modSp add mod">
        <pc:chgData name="lakshay arora" userId="35fb28de15c0b5d6" providerId="LiveId" clId="{96852303-780D-481B-8958-CC4E7849B629}" dt="2026-04-11T15:45:43.806" v="1221" actId="1076"/>
        <pc:sldMkLst>
          <pc:docMk/>
          <pc:sldMk cId="753363339" sldId="264"/>
        </pc:sldMkLst>
        <pc:spChg chg="add mod">
          <ac:chgData name="lakshay arora" userId="35fb28de15c0b5d6" providerId="LiveId" clId="{96852303-780D-481B-8958-CC4E7849B629}" dt="2026-04-11T15:45:33.339" v="1219" actId="1076"/>
          <ac:spMkLst>
            <pc:docMk/>
            <pc:sldMk cId="753363339" sldId="264"/>
            <ac:spMk id="4" creationId="{C50510A3-543F-8EA5-4D11-43953262D17D}"/>
          </ac:spMkLst>
        </pc:spChg>
        <pc:picChg chg="mod">
          <ac:chgData name="lakshay arora" userId="35fb28de15c0b5d6" providerId="LiveId" clId="{96852303-780D-481B-8958-CC4E7849B629}" dt="2026-04-11T11:36:26.968" v="44" actId="1035"/>
          <ac:picMkLst>
            <pc:docMk/>
            <pc:sldMk cId="753363339" sldId="264"/>
            <ac:picMk id="2" creationId="{30F3326A-6E6F-77C4-77E7-0D676D98100E}"/>
          </ac:picMkLst>
        </pc:picChg>
        <pc:picChg chg="add mod">
          <ac:chgData name="lakshay arora" userId="35fb28de15c0b5d6" providerId="LiveId" clId="{96852303-780D-481B-8958-CC4E7849B629}" dt="2026-04-11T15:45:43.806" v="1221" actId="1076"/>
          <ac:picMkLst>
            <pc:docMk/>
            <pc:sldMk cId="753363339" sldId="264"/>
            <ac:picMk id="5" creationId="{464DFF84-E4D8-9DA4-8B5D-8DF28530E8EB}"/>
          </ac:picMkLst>
        </pc:picChg>
      </pc:sldChg>
      <pc:sldChg chg="addSp modSp add del mod">
        <pc:chgData name="lakshay arora" userId="35fb28de15c0b5d6" providerId="LiveId" clId="{96852303-780D-481B-8958-CC4E7849B629}" dt="2026-04-11T14:10:37.253" v="638" actId="2696"/>
        <pc:sldMkLst>
          <pc:docMk/>
          <pc:sldMk cId="3523808282" sldId="265"/>
        </pc:sldMkLst>
        <pc:spChg chg="mod">
          <ac:chgData name="lakshay arora" userId="35fb28de15c0b5d6" providerId="LiveId" clId="{96852303-780D-481B-8958-CC4E7849B629}" dt="2026-04-11T13:37:19.498" v="373" actId="1076"/>
          <ac:spMkLst>
            <pc:docMk/>
            <pc:sldMk cId="3523808282" sldId="265"/>
            <ac:spMk id="4" creationId="{94B7F1EC-5D0E-6561-F931-A216DB187F76}"/>
          </ac:spMkLst>
        </pc:spChg>
        <pc:picChg chg="mod">
          <ac:chgData name="lakshay arora" userId="35fb28de15c0b5d6" providerId="LiveId" clId="{96852303-780D-481B-8958-CC4E7849B629}" dt="2026-04-11T13:37:15.941" v="372" actId="1076"/>
          <ac:picMkLst>
            <pc:docMk/>
            <pc:sldMk cId="3523808282" sldId="265"/>
            <ac:picMk id="3" creationId="{70DD70D2-511A-7F09-39AB-D3470D2E798D}"/>
          </ac:picMkLst>
        </pc:picChg>
        <pc:picChg chg="add mod">
          <ac:chgData name="lakshay arora" userId="35fb28de15c0b5d6" providerId="LiveId" clId="{96852303-780D-481B-8958-CC4E7849B629}" dt="2026-04-11T13:37:30.317" v="378" actId="14100"/>
          <ac:picMkLst>
            <pc:docMk/>
            <pc:sldMk cId="3523808282" sldId="265"/>
            <ac:picMk id="6" creationId="{2EA6C885-6FC1-884E-0B80-AE367330E469}"/>
          </ac:picMkLst>
        </pc:picChg>
      </pc:sldChg>
      <pc:sldChg chg="addSp modSp add del mod">
        <pc:chgData name="lakshay arora" userId="35fb28de15c0b5d6" providerId="LiveId" clId="{96852303-780D-481B-8958-CC4E7849B629}" dt="2026-04-11T14:11:01.854" v="643" actId="2696"/>
        <pc:sldMkLst>
          <pc:docMk/>
          <pc:sldMk cId="1131123874" sldId="266"/>
        </pc:sldMkLst>
        <pc:spChg chg="mod">
          <ac:chgData name="lakshay arora" userId="35fb28de15c0b5d6" providerId="LiveId" clId="{96852303-780D-481B-8958-CC4E7849B629}" dt="2026-04-11T13:38:23.646" v="417" actId="1076"/>
          <ac:spMkLst>
            <pc:docMk/>
            <pc:sldMk cId="1131123874" sldId="266"/>
            <ac:spMk id="4" creationId="{8A15E040-9407-79E4-3CB7-4527E8F84F52}"/>
          </ac:spMkLst>
        </pc:spChg>
        <pc:picChg chg="add mod">
          <ac:chgData name="lakshay arora" userId="35fb28de15c0b5d6" providerId="LiveId" clId="{96852303-780D-481B-8958-CC4E7849B629}" dt="2026-04-11T13:39:36.941" v="421" actId="14100"/>
          <ac:picMkLst>
            <pc:docMk/>
            <pc:sldMk cId="1131123874" sldId="266"/>
            <ac:picMk id="6" creationId="{CB042479-3F9A-994D-E3B4-52DB7E6F9C7B}"/>
          </ac:picMkLst>
        </pc:picChg>
      </pc:sldChg>
      <pc:sldChg chg="addSp delSp modSp add mod">
        <pc:chgData name="lakshay arora" userId="35fb28de15c0b5d6" providerId="LiveId" clId="{96852303-780D-481B-8958-CC4E7849B629}" dt="2026-04-11T15:55:30.912" v="1273" actId="255"/>
        <pc:sldMkLst>
          <pc:docMk/>
          <pc:sldMk cId="3896192299" sldId="267"/>
        </pc:sldMkLst>
        <pc:spChg chg="mod">
          <ac:chgData name="lakshay arora" userId="35fb28de15c0b5d6" providerId="LiveId" clId="{96852303-780D-481B-8958-CC4E7849B629}" dt="2026-04-11T15:55:30.912" v="1273" actId="255"/>
          <ac:spMkLst>
            <pc:docMk/>
            <pc:sldMk cId="3896192299" sldId="267"/>
            <ac:spMk id="4" creationId="{5EC2DABB-D361-DA77-1496-DBB10AC15A2D}"/>
          </ac:spMkLst>
        </pc:spChg>
        <pc:spChg chg="add del mod">
          <ac:chgData name="lakshay arora" userId="35fb28de15c0b5d6" providerId="LiveId" clId="{96852303-780D-481B-8958-CC4E7849B629}" dt="2026-04-11T14:18:31.507" v="717"/>
          <ac:spMkLst>
            <pc:docMk/>
            <pc:sldMk cId="3896192299" sldId="267"/>
            <ac:spMk id="12" creationId="{C86E70B9-7126-499E-8418-AAE933BE1FD0}"/>
          </ac:spMkLst>
        </pc:spChg>
        <pc:spChg chg="add mod">
          <ac:chgData name="lakshay arora" userId="35fb28de15c0b5d6" providerId="LiveId" clId="{96852303-780D-481B-8958-CC4E7849B629}" dt="2026-04-11T15:13:16.064" v="1058" actId="20577"/>
          <ac:spMkLst>
            <pc:docMk/>
            <pc:sldMk cId="3896192299" sldId="267"/>
            <ac:spMk id="13" creationId="{D04E58C1-2AAB-5528-B643-1A95A9137DB2}"/>
          </ac:spMkLst>
        </pc:spChg>
        <pc:picChg chg="del">
          <ac:chgData name="lakshay arora" userId="35fb28de15c0b5d6" providerId="LiveId" clId="{96852303-780D-481B-8958-CC4E7849B629}" dt="2026-04-11T14:18:31.491" v="715" actId="21"/>
          <ac:picMkLst>
            <pc:docMk/>
            <pc:sldMk cId="3896192299" sldId="267"/>
            <ac:picMk id="2" creationId="{EC5A4C47-461A-04C0-9054-BAAE47CD566B}"/>
          </ac:picMkLst>
        </pc:picChg>
        <pc:picChg chg="mod">
          <ac:chgData name="lakshay arora" userId="35fb28de15c0b5d6" providerId="LiveId" clId="{96852303-780D-481B-8958-CC4E7849B629}" dt="2026-04-11T15:43:57.658" v="1192" actId="1035"/>
          <ac:picMkLst>
            <pc:docMk/>
            <pc:sldMk cId="3896192299" sldId="267"/>
            <ac:picMk id="3" creationId="{291EAC51-ED75-96DC-D08E-0FB1E39EE9AA}"/>
          </ac:picMkLst>
        </pc:picChg>
        <pc:picChg chg="add del mod">
          <ac:chgData name="lakshay arora" userId="35fb28de15c0b5d6" providerId="LiveId" clId="{96852303-780D-481B-8958-CC4E7849B629}" dt="2026-04-11T13:43:06.065" v="450" actId="21"/>
          <ac:picMkLst>
            <pc:docMk/>
            <pc:sldMk cId="3896192299" sldId="267"/>
            <ac:picMk id="6" creationId="{E18FCF50-CE9F-33CD-D82C-BCFB602B38A5}"/>
          </ac:picMkLst>
        </pc:picChg>
        <pc:picChg chg="add del mod">
          <ac:chgData name="lakshay arora" userId="35fb28de15c0b5d6" providerId="LiveId" clId="{96852303-780D-481B-8958-CC4E7849B629}" dt="2026-04-11T13:44:37.326" v="456" actId="21"/>
          <ac:picMkLst>
            <pc:docMk/>
            <pc:sldMk cId="3896192299" sldId="267"/>
            <ac:picMk id="8" creationId="{0C8DE3FE-E0E1-A82F-EAB0-1F2B0DF825F3}"/>
          </ac:picMkLst>
        </pc:picChg>
        <pc:picChg chg="add mod modCrop">
          <ac:chgData name="lakshay arora" userId="35fb28de15c0b5d6" providerId="LiveId" clId="{96852303-780D-481B-8958-CC4E7849B629}" dt="2026-04-11T15:09:38.810" v="963" actId="208"/>
          <ac:picMkLst>
            <pc:docMk/>
            <pc:sldMk cId="3896192299" sldId="267"/>
            <ac:picMk id="10" creationId="{AC777E1C-AA0C-4294-29FC-5598D71847CB}"/>
          </ac:picMkLst>
        </pc:picChg>
        <pc:picChg chg="add del mod">
          <ac:chgData name="lakshay arora" userId="35fb28de15c0b5d6" providerId="LiveId" clId="{96852303-780D-481B-8958-CC4E7849B629}" dt="2026-04-11T13:46:01.697" v="465" actId="21"/>
          <ac:picMkLst>
            <pc:docMk/>
            <pc:sldMk cId="3896192299" sldId="267"/>
            <ac:picMk id="11" creationId="{9813F152-EF5B-312B-6CC0-15DB3C017698}"/>
          </ac:picMkLst>
        </pc:picChg>
      </pc:sldChg>
      <pc:sldChg chg="addSp delSp modSp add mod">
        <pc:chgData name="lakshay arora" userId="35fb28de15c0b5d6" providerId="LiveId" clId="{96852303-780D-481B-8958-CC4E7849B629}" dt="2026-04-11T15:55:42.482" v="1274" actId="255"/>
        <pc:sldMkLst>
          <pc:docMk/>
          <pc:sldMk cId="2198236887" sldId="268"/>
        </pc:sldMkLst>
        <pc:spChg chg="mod">
          <ac:chgData name="lakshay arora" userId="35fb28de15c0b5d6" providerId="LiveId" clId="{96852303-780D-481B-8958-CC4E7849B629}" dt="2026-04-11T15:55:42.482" v="1274" actId="255"/>
          <ac:spMkLst>
            <pc:docMk/>
            <pc:sldMk cId="2198236887" sldId="268"/>
            <ac:spMk id="4" creationId="{04FE9F4B-7434-6789-4517-0EF770B724C4}"/>
          </ac:spMkLst>
        </pc:spChg>
        <pc:spChg chg="add del mod">
          <ac:chgData name="lakshay arora" userId="35fb28de15c0b5d6" providerId="LiveId" clId="{96852303-780D-481B-8958-CC4E7849B629}" dt="2026-04-11T14:22:05.777" v="740"/>
          <ac:spMkLst>
            <pc:docMk/>
            <pc:sldMk cId="2198236887" sldId="268"/>
            <ac:spMk id="7" creationId="{2AEEF663-CE1B-979C-EEC9-BDA3059E2D5D}"/>
          </ac:spMkLst>
        </pc:spChg>
        <pc:spChg chg="add del mod">
          <ac:chgData name="lakshay arora" userId="35fb28de15c0b5d6" providerId="LiveId" clId="{96852303-780D-481B-8958-CC4E7849B629}" dt="2026-04-11T14:23:53.574" v="750"/>
          <ac:spMkLst>
            <pc:docMk/>
            <pc:sldMk cId="2198236887" sldId="268"/>
            <ac:spMk id="8" creationId="{6CD3E23A-F724-C615-6C38-D95D66ACCAA0}"/>
          </ac:spMkLst>
        </pc:spChg>
        <pc:spChg chg="add del mod">
          <ac:chgData name="lakshay arora" userId="35fb28de15c0b5d6" providerId="LiveId" clId="{96852303-780D-481B-8958-CC4E7849B629}" dt="2026-04-11T14:50:46.981" v="828"/>
          <ac:spMkLst>
            <pc:docMk/>
            <pc:sldMk cId="2198236887" sldId="268"/>
            <ac:spMk id="9" creationId="{66E06316-E148-C033-9B89-A1FB6AFAEF4D}"/>
          </ac:spMkLst>
        </pc:spChg>
        <pc:spChg chg="add del mod">
          <ac:chgData name="lakshay arora" userId="35fb28de15c0b5d6" providerId="LiveId" clId="{96852303-780D-481B-8958-CC4E7849B629}" dt="2026-04-11T14:50:46.981" v="830"/>
          <ac:spMkLst>
            <pc:docMk/>
            <pc:sldMk cId="2198236887" sldId="268"/>
            <ac:spMk id="10" creationId="{9E9907EA-4086-F659-3EFD-377C9AC16B30}"/>
          </ac:spMkLst>
        </pc:spChg>
        <pc:spChg chg="add mod">
          <ac:chgData name="lakshay arora" userId="35fb28de15c0b5d6" providerId="LiveId" clId="{96852303-780D-481B-8958-CC4E7849B629}" dt="2026-04-11T15:12:33.505" v="1036" actId="5793"/>
          <ac:spMkLst>
            <pc:docMk/>
            <pc:sldMk cId="2198236887" sldId="268"/>
            <ac:spMk id="11" creationId="{9194D511-CAC7-2A18-E2BB-4C8AB564F1EF}"/>
          </ac:spMkLst>
        </pc:spChg>
        <pc:picChg chg="del">
          <ac:chgData name="lakshay arora" userId="35fb28de15c0b5d6" providerId="LiveId" clId="{96852303-780D-481B-8958-CC4E7849B629}" dt="2026-04-11T14:21:48.566" v="737" actId="21"/>
          <ac:picMkLst>
            <pc:docMk/>
            <pc:sldMk cId="2198236887" sldId="268"/>
            <ac:picMk id="2" creationId="{F0A4A0C3-0318-0208-621E-DD9F1FA61779}"/>
          </ac:picMkLst>
        </pc:picChg>
        <pc:picChg chg="mod">
          <ac:chgData name="lakshay arora" userId="35fb28de15c0b5d6" providerId="LiveId" clId="{96852303-780D-481B-8958-CC4E7849B629}" dt="2026-04-11T15:12:40.422" v="1037" actId="1035"/>
          <ac:picMkLst>
            <pc:docMk/>
            <pc:sldMk cId="2198236887" sldId="268"/>
            <ac:picMk id="3" creationId="{F6F8A74A-2C91-1D71-BAC4-A55A4B54543E}"/>
          </ac:picMkLst>
        </pc:picChg>
        <pc:picChg chg="add mod">
          <ac:chgData name="lakshay arora" userId="35fb28de15c0b5d6" providerId="LiveId" clId="{96852303-780D-481B-8958-CC4E7849B629}" dt="2026-04-11T15:09:44.961" v="964" actId="208"/>
          <ac:picMkLst>
            <pc:docMk/>
            <pc:sldMk cId="2198236887" sldId="268"/>
            <ac:picMk id="6" creationId="{60F6ECEE-2FD5-6F8A-4F5F-BC6057BEEC72}"/>
          </ac:picMkLst>
        </pc:picChg>
      </pc:sldChg>
      <pc:sldChg chg="addSp delSp modSp add mod">
        <pc:chgData name="lakshay arora" userId="35fb28de15c0b5d6" providerId="LiveId" clId="{96852303-780D-481B-8958-CC4E7849B629}" dt="2026-04-11T15:55:56.192" v="1275" actId="255"/>
        <pc:sldMkLst>
          <pc:docMk/>
          <pc:sldMk cId="2682582242" sldId="269"/>
        </pc:sldMkLst>
        <pc:spChg chg="mod">
          <ac:chgData name="lakshay arora" userId="35fb28de15c0b5d6" providerId="LiveId" clId="{96852303-780D-481B-8958-CC4E7849B629}" dt="2026-04-11T15:55:56.192" v="1275" actId="255"/>
          <ac:spMkLst>
            <pc:docMk/>
            <pc:sldMk cId="2682582242" sldId="269"/>
            <ac:spMk id="4" creationId="{02F84CE3-4B93-5218-8373-8FE9FC162A36}"/>
          </ac:spMkLst>
        </pc:spChg>
        <pc:spChg chg="add del mod">
          <ac:chgData name="lakshay arora" userId="35fb28de15c0b5d6" providerId="LiveId" clId="{96852303-780D-481B-8958-CC4E7849B629}" dt="2026-04-11T14:55:35.094" v="854"/>
          <ac:spMkLst>
            <pc:docMk/>
            <pc:sldMk cId="2682582242" sldId="269"/>
            <ac:spMk id="7" creationId="{5CAF16A6-BAB1-F126-673C-827D85281306}"/>
          </ac:spMkLst>
        </pc:spChg>
        <pc:spChg chg="add del mod">
          <ac:chgData name="lakshay arora" userId="35fb28de15c0b5d6" providerId="LiveId" clId="{96852303-780D-481B-8958-CC4E7849B629}" dt="2026-04-11T14:55:35.094" v="856"/>
          <ac:spMkLst>
            <pc:docMk/>
            <pc:sldMk cId="2682582242" sldId="269"/>
            <ac:spMk id="8" creationId="{7924F069-A249-DF1A-CF5A-764565684253}"/>
          </ac:spMkLst>
        </pc:spChg>
        <pc:spChg chg="add mod">
          <ac:chgData name="lakshay arora" userId="35fb28de15c0b5d6" providerId="LiveId" clId="{96852303-780D-481B-8958-CC4E7849B629}" dt="2026-04-11T15:44:42.321" v="1209" actId="113"/>
          <ac:spMkLst>
            <pc:docMk/>
            <pc:sldMk cId="2682582242" sldId="269"/>
            <ac:spMk id="9" creationId="{E94B65A6-7160-DFB4-4F10-83A6DF735123}"/>
          </ac:spMkLst>
        </pc:spChg>
        <pc:picChg chg="mod">
          <ac:chgData name="lakshay arora" userId="35fb28de15c0b5d6" providerId="LiveId" clId="{96852303-780D-481B-8958-CC4E7849B629}" dt="2026-04-11T15:44:48.529" v="1216" actId="1035"/>
          <ac:picMkLst>
            <pc:docMk/>
            <pc:sldMk cId="2682582242" sldId="269"/>
            <ac:picMk id="3" creationId="{47F98D40-D782-80CD-27BA-35394A9F409A}"/>
          </ac:picMkLst>
        </pc:picChg>
        <pc:picChg chg="add mod">
          <ac:chgData name="lakshay arora" userId="35fb28de15c0b5d6" providerId="LiveId" clId="{96852303-780D-481B-8958-CC4E7849B629}" dt="2026-04-11T15:44:21.213" v="1203" actId="1076"/>
          <ac:picMkLst>
            <pc:docMk/>
            <pc:sldMk cId="2682582242" sldId="269"/>
            <ac:picMk id="6" creationId="{0FB32028-814F-E753-871C-AC438B930D7B}"/>
          </ac:picMkLst>
        </pc:picChg>
      </pc:sldChg>
      <pc:sldChg chg="addSp modSp add mod">
        <pc:chgData name="lakshay arora" userId="35fb28de15c0b5d6" providerId="LiveId" clId="{96852303-780D-481B-8958-CC4E7849B629}" dt="2026-04-11T15:56:34.762" v="1280" actId="113"/>
        <pc:sldMkLst>
          <pc:docMk/>
          <pc:sldMk cId="3306917008" sldId="270"/>
        </pc:sldMkLst>
        <pc:spChg chg="mod">
          <ac:chgData name="lakshay arora" userId="35fb28de15c0b5d6" providerId="LiveId" clId="{96852303-780D-481B-8958-CC4E7849B629}" dt="2026-04-11T15:56:10.953" v="1277" actId="1076"/>
          <ac:spMkLst>
            <pc:docMk/>
            <pc:sldMk cId="3306917008" sldId="270"/>
            <ac:spMk id="4" creationId="{CC19F8C9-D2CC-97E0-10B4-564DF8CE4C73}"/>
          </ac:spMkLst>
        </pc:spChg>
        <pc:spChg chg="add mod">
          <ac:chgData name="lakshay arora" userId="35fb28de15c0b5d6" providerId="LiveId" clId="{96852303-780D-481B-8958-CC4E7849B629}" dt="2026-04-11T15:56:34.762" v="1280" actId="113"/>
          <ac:spMkLst>
            <pc:docMk/>
            <pc:sldMk cId="3306917008" sldId="270"/>
            <ac:spMk id="7" creationId="{49013AAA-A94F-EF25-5DC4-E5A5CA985B7B}"/>
          </ac:spMkLst>
        </pc:spChg>
        <pc:picChg chg="mod">
          <ac:chgData name="lakshay arora" userId="35fb28de15c0b5d6" providerId="LiveId" clId="{96852303-780D-481B-8958-CC4E7849B629}" dt="2026-04-11T14:52:54.775" v="841" actId="1076"/>
          <ac:picMkLst>
            <pc:docMk/>
            <pc:sldMk cId="3306917008" sldId="270"/>
            <ac:picMk id="3" creationId="{C0846B3E-C8EF-922E-D6EF-95BE7F12AA42}"/>
          </ac:picMkLst>
        </pc:picChg>
        <pc:picChg chg="add mod">
          <ac:chgData name="lakshay arora" userId="35fb28de15c0b5d6" providerId="LiveId" clId="{96852303-780D-481B-8958-CC4E7849B629}" dt="2026-04-11T15:09:57.924" v="966" actId="208"/>
          <ac:picMkLst>
            <pc:docMk/>
            <pc:sldMk cId="3306917008" sldId="270"/>
            <ac:picMk id="6" creationId="{E6C4842A-4AE7-68A3-A123-E1D3792C02DB}"/>
          </ac:picMkLst>
        </pc:picChg>
      </pc:sldChg>
      <pc:sldChg chg="addSp modSp add mod">
        <pc:chgData name="lakshay arora" userId="35fb28de15c0b5d6" providerId="LiveId" clId="{96852303-780D-481B-8958-CC4E7849B629}" dt="2026-04-11T15:57:24.754" v="1295" actId="1036"/>
        <pc:sldMkLst>
          <pc:docMk/>
          <pc:sldMk cId="402155219" sldId="271"/>
        </pc:sldMkLst>
        <pc:spChg chg="mod">
          <ac:chgData name="lakshay arora" userId="35fb28de15c0b5d6" providerId="LiveId" clId="{96852303-780D-481B-8958-CC4E7849B629}" dt="2026-04-11T15:56:54.727" v="1288" actId="20577"/>
          <ac:spMkLst>
            <pc:docMk/>
            <pc:sldMk cId="402155219" sldId="271"/>
            <ac:spMk id="4" creationId="{FAACEF67-742E-BC7F-E218-01971D7C0791}"/>
          </ac:spMkLst>
        </pc:spChg>
        <pc:spChg chg="add mod">
          <ac:chgData name="lakshay arora" userId="35fb28de15c0b5d6" providerId="LiveId" clId="{96852303-780D-481B-8958-CC4E7849B629}" dt="2026-04-11T15:57:13.721" v="1291" actId="113"/>
          <ac:spMkLst>
            <pc:docMk/>
            <pc:sldMk cId="402155219" sldId="271"/>
            <ac:spMk id="7" creationId="{879350CD-204D-288B-BF87-B188858CAB45}"/>
          </ac:spMkLst>
        </pc:spChg>
        <pc:picChg chg="mod">
          <ac:chgData name="lakshay arora" userId="35fb28de15c0b5d6" providerId="LiveId" clId="{96852303-780D-481B-8958-CC4E7849B629}" dt="2026-04-11T15:57:24.754" v="1295" actId="1036"/>
          <ac:picMkLst>
            <pc:docMk/>
            <pc:sldMk cId="402155219" sldId="271"/>
            <ac:picMk id="3" creationId="{6B932B51-F1F6-7D10-24F3-EBBEC7EE7204}"/>
          </ac:picMkLst>
        </pc:picChg>
        <pc:picChg chg="add mod">
          <ac:chgData name="lakshay arora" userId="35fb28de15c0b5d6" providerId="LiveId" clId="{96852303-780D-481B-8958-CC4E7849B629}" dt="2026-04-11T15:57:22.729" v="1293" actId="14100"/>
          <ac:picMkLst>
            <pc:docMk/>
            <pc:sldMk cId="402155219" sldId="271"/>
            <ac:picMk id="6" creationId="{3B9B15DD-4BDE-27D2-A0BC-6030CE33631E}"/>
          </ac:picMkLst>
        </pc:picChg>
      </pc:sldChg>
      <pc:sldChg chg="addSp delSp modSp add mod ord">
        <pc:chgData name="lakshay arora" userId="35fb28de15c0b5d6" providerId="LiveId" clId="{96852303-780D-481B-8958-CC4E7849B629}" dt="2026-04-11T15:55:10.402" v="1272" actId="1076"/>
        <pc:sldMkLst>
          <pc:docMk/>
          <pc:sldMk cId="3791907368" sldId="272"/>
        </pc:sldMkLst>
        <pc:spChg chg="mod">
          <ac:chgData name="lakshay arora" userId="35fb28de15c0b5d6" providerId="LiveId" clId="{96852303-780D-481B-8958-CC4E7849B629}" dt="2026-04-11T15:55:10.402" v="1272" actId="1076"/>
          <ac:spMkLst>
            <pc:docMk/>
            <pc:sldMk cId="3791907368" sldId="272"/>
            <ac:spMk id="4" creationId="{8DCAD696-535D-7DDE-467A-0CF3C9F1C123}"/>
          </ac:spMkLst>
        </pc:spChg>
        <pc:spChg chg="add mod">
          <ac:chgData name="lakshay arora" userId="35fb28de15c0b5d6" providerId="LiveId" clId="{96852303-780D-481B-8958-CC4E7849B629}" dt="2026-04-11T15:07:05.484" v="889" actId="14100"/>
          <ac:spMkLst>
            <pc:docMk/>
            <pc:sldMk cId="3791907368" sldId="272"/>
            <ac:spMk id="10" creationId="{6F3D9BCB-9E9E-8427-E039-A274B8A348D9}"/>
          </ac:spMkLst>
        </pc:spChg>
        <pc:picChg chg="mod">
          <ac:chgData name="lakshay arora" userId="35fb28de15c0b5d6" providerId="LiveId" clId="{96852303-780D-481B-8958-CC4E7849B629}" dt="2026-04-11T15:07:13.970" v="893" actId="1036"/>
          <ac:picMkLst>
            <pc:docMk/>
            <pc:sldMk cId="3791907368" sldId="272"/>
            <ac:picMk id="3" creationId="{394A522B-7720-9FD5-CC27-1E74BC934A68}"/>
          </ac:picMkLst>
        </pc:picChg>
        <pc:picChg chg="add del mod">
          <ac:chgData name="lakshay arora" userId="35fb28de15c0b5d6" providerId="LiveId" clId="{96852303-780D-481B-8958-CC4E7849B629}" dt="2026-04-11T15:04:07.021" v="882" actId="478"/>
          <ac:picMkLst>
            <pc:docMk/>
            <pc:sldMk cId="3791907368" sldId="272"/>
            <ac:picMk id="6" creationId="{547B57D1-4BA3-F139-A026-F8D751CE0EA7}"/>
          </ac:picMkLst>
        </pc:picChg>
        <pc:picChg chg="add mod">
          <ac:chgData name="lakshay arora" userId="35fb28de15c0b5d6" providerId="LiveId" clId="{96852303-780D-481B-8958-CC4E7849B629}" dt="2026-04-11T15:09:18.388" v="960" actId="208"/>
          <ac:picMkLst>
            <pc:docMk/>
            <pc:sldMk cId="3791907368" sldId="272"/>
            <ac:picMk id="8" creationId="{CDCBC151-0161-4239-03BC-9012ADABCDAA}"/>
          </ac:picMkLst>
        </pc:picChg>
      </pc:sldChg>
      <pc:sldChg chg="addSp modSp add mod">
        <pc:chgData name="lakshay arora" userId="35fb28de15c0b5d6" providerId="LiveId" clId="{96852303-780D-481B-8958-CC4E7849B629}" dt="2026-04-11T15:57:59.312" v="1298" actId="1076"/>
        <pc:sldMkLst>
          <pc:docMk/>
          <pc:sldMk cId="2162249269" sldId="273"/>
        </pc:sldMkLst>
        <pc:spChg chg="mod">
          <ac:chgData name="lakshay arora" userId="35fb28de15c0b5d6" providerId="LiveId" clId="{96852303-780D-481B-8958-CC4E7849B629}" dt="2026-04-11T15:57:59.312" v="1298" actId="1076"/>
          <ac:spMkLst>
            <pc:docMk/>
            <pc:sldMk cId="2162249269" sldId="273"/>
            <ac:spMk id="3" creationId="{6978C60C-DA31-2A5B-E8C1-A03B438F1851}"/>
          </ac:spMkLst>
        </pc:spChg>
        <pc:spChg chg="add mod">
          <ac:chgData name="lakshay arora" userId="35fb28de15c0b5d6" providerId="LiveId" clId="{96852303-780D-481B-8958-CC4E7849B629}" dt="2026-04-11T15:24:55.334" v="1096" actId="113"/>
          <ac:spMkLst>
            <pc:docMk/>
            <pc:sldMk cId="2162249269" sldId="273"/>
            <ac:spMk id="4" creationId="{0ECA7405-8C74-4EF5-BEAC-2BBB8893626C}"/>
          </ac:spMkLst>
        </pc:spChg>
        <pc:picChg chg="mod">
          <ac:chgData name="lakshay arora" userId="35fb28de15c0b5d6" providerId="LiveId" clId="{96852303-780D-481B-8958-CC4E7849B629}" dt="2026-04-11T14:13:21.391" v="663" actId="1076"/>
          <ac:picMkLst>
            <pc:docMk/>
            <pc:sldMk cId="2162249269" sldId="273"/>
            <ac:picMk id="2" creationId="{B8908865-73A7-B488-1E46-2FC835329DB4}"/>
          </ac:picMkLst>
        </pc:picChg>
      </pc:sldChg>
      <pc:sldChg chg="addSp delSp modSp add del mod">
        <pc:chgData name="lakshay arora" userId="35fb28de15c0b5d6" providerId="LiveId" clId="{96852303-780D-481B-8958-CC4E7849B629}" dt="2026-04-11T14:12:44.957" v="645" actId="2696"/>
        <pc:sldMkLst>
          <pc:docMk/>
          <pc:sldMk cId="3522854070" sldId="273"/>
        </pc:sldMkLst>
        <pc:spChg chg="mod">
          <ac:chgData name="lakshay arora" userId="35fb28de15c0b5d6" providerId="LiveId" clId="{96852303-780D-481B-8958-CC4E7849B629}" dt="2026-04-11T14:02:31.714" v="599" actId="20577"/>
          <ac:spMkLst>
            <pc:docMk/>
            <pc:sldMk cId="3522854070" sldId="273"/>
            <ac:spMk id="4" creationId="{92DC51A4-9D68-2C4C-8A25-130F96874958}"/>
          </ac:spMkLst>
        </pc:spChg>
        <pc:picChg chg="mod">
          <ac:chgData name="lakshay arora" userId="35fb28de15c0b5d6" providerId="LiveId" clId="{96852303-780D-481B-8958-CC4E7849B629}" dt="2026-04-11T14:02:15.144" v="572" actId="1076"/>
          <ac:picMkLst>
            <pc:docMk/>
            <pc:sldMk cId="3522854070" sldId="273"/>
            <ac:picMk id="3" creationId="{D733EC1A-8594-632B-17AE-DBE11FEA99A3}"/>
          </ac:picMkLst>
        </pc:picChg>
        <pc:picChg chg="add del mod">
          <ac:chgData name="lakshay arora" userId="35fb28de15c0b5d6" providerId="LiveId" clId="{96852303-780D-481B-8958-CC4E7849B629}" dt="2026-04-11T14:11:07.248" v="644" actId="478"/>
          <ac:picMkLst>
            <pc:docMk/>
            <pc:sldMk cId="3522854070" sldId="273"/>
            <ac:picMk id="6" creationId="{206C1CCA-4757-4DCD-0B81-F56FE28E09D9}"/>
          </ac:picMkLst>
        </pc:picChg>
      </pc:sldChg>
      <pc:sldChg chg="addSp modSp add mod">
        <pc:chgData name="lakshay arora" userId="35fb28de15c0b5d6" providerId="LiveId" clId="{96852303-780D-481B-8958-CC4E7849B629}" dt="2026-04-11T15:58:20.977" v="1302" actId="20577"/>
        <pc:sldMkLst>
          <pc:docMk/>
          <pc:sldMk cId="1196901551" sldId="274"/>
        </pc:sldMkLst>
        <pc:spChg chg="mod">
          <ac:chgData name="lakshay arora" userId="35fb28de15c0b5d6" providerId="LiveId" clId="{96852303-780D-481B-8958-CC4E7849B629}" dt="2026-04-11T15:58:16.428" v="1300" actId="1076"/>
          <ac:spMkLst>
            <pc:docMk/>
            <pc:sldMk cId="1196901551" sldId="274"/>
            <ac:spMk id="3" creationId="{4468B9C0-1CED-2602-74A3-20D04EE3EA78}"/>
          </ac:spMkLst>
        </pc:spChg>
        <pc:spChg chg="add mod">
          <ac:chgData name="lakshay arora" userId="35fb28de15c0b5d6" providerId="LiveId" clId="{96852303-780D-481B-8958-CC4E7849B629}" dt="2026-04-11T15:58:20.977" v="1302" actId="20577"/>
          <ac:spMkLst>
            <pc:docMk/>
            <pc:sldMk cId="1196901551" sldId="274"/>
            <ac:spMk id="4" creationId="{4C6CA74A-80C8-ABEA-9E81-2B5D39072AF6}"/>
          </ac:spMkLst>
        </pc:spChg>
      </pc:sldChg>
      <pc:sldChg chg="addSp modSp add mod">
        <pc:chgData name="lakshay arora" userId="35fb28de15c0b5d6" providerId="LiveId" clId="{96852303-780D-481B-8958-CC4E7849B629}" dt="2026-04-11T16:01:54.309" v="1307" actId="113"/>
        <pc:sldMkLst>
          <pc:docMk/>
          <pc:sldMk cId="1179875921" sldId="275"/>
        </pc:sldMkLst>
        <pc:spChg chg="mod">
          <ac:chgData name="lakshay arora" userId="35fb28de15c0b5d6" providerId="LiveId" clId="{96852303-780D-481B-8958-CC4E7849B629}" dt="2026-04-11T15:30:24.528" v="1170" actId="1076"/>
          <ac:spMkLst>
            <pc:docMk/>
            <pc:sldMk cId="1179875921" sldId="275"/>
            <ac:spMk id="4" creationId="{E8D0AA22-366F-B30A-07BE-9B0C0E3967B5}"/>
          </ac:spMkLst>
        </pc:spChg>
        <pc:spChg chg="add mod">
          <ac:chgData name="lakshay arora" userId="35fb28de15c0b5d6" providerId="LiveId" clId="{96852303-780D-481B-8958-CC4E7849B629}" dt="2026-04-11T16:01:54.309" v="1307" actId="113"/>
          <ac:spMkLst>
            <pc:docMk/>
            <pc:sldMk cId="1179875921" sldId="275"/>
            <ac:spMk id="6" creationId="{F24E0776-460D-681F-D7CF-5262B4E467D8}"/>
          </ac:spMkLst>
        </pc:spChg>
        <pc:picChg chg="mod">
          <ac:chgData name="lakshay arora" userId="35fb28de15c0b5d6" providerId="LiveId" clId="{96852303-780D-481B-8958-CC4E7849B629}" dt="2026-04-11T15:30:25.247" v="1171" actId="1076"/>
          <ac:picMkLst>
            <pc:docMk/>
            <pc:sldMk cId="1179875921" sldId="275"/>
            <ac:picMk id="3" creationId="{79937528-631F-C292-C2C3-644EE81E6C0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BE05C-A8BD-636C-5886-4CA0639A08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C57DA3D-B7ED-B0BC-61E8-CF18D0F57E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FEA72F9-E547-C856-451C-9B304C867A2B}"/>
              </a:ext>
            </a:extLst>
          </p:cNvPr>
          <p:cNvSpPr>
            <a:spLocks noGrp="1"/>
          </p:cNvSpPr>
          <p:nvPr>
            <p:ph type="dt" sz="half" idx="10"/>
          </p:nvPr>
        </p:nvSpPr>
        <p:spPr/>
        <p:txBody>
          <a:bodyPr/>
          <a:lstStyle/>
          <a:p>
            <a:fld id="{388DD9B4-F784-42F5-9AAD-A4D4156AB6F4}" type="datetimeFigureOut">
              <a:rPr lang="en-IN" smtClean="0"/>
              <a:t>11-04-2026</a:t>
            </a:fld>
            <a:endParaRPr lang="en-IN" dirty="0"/>
          </a:p>
        </p:txBody>
      </p:sp>
      <p:sp>
        <p:nvSpPr>
          <p:cNvPr id="5" name="Footer Placeholder 4">
            <a:extLst>
              <a:ext uri="{FF2B5EF4-FFF2-40B4-BE49-F238E27FC236}">
                <a16:creationId xmlns:a16="http://schemas.microsoft.com/office/drawing/2014/main" id="{EA855B5C-1373-8CA6-7B94-C98C08BB5696}"/>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568FDE11-B499-342D-8F51-267BEEB45A9F}"/>
              </a:ext>
            </a:extLst>
          </p:cNvPr>
          <p:cNvSpPr>
            <a:spLocks noGrp="1"/>
          </p:cNvSpPr>
          <p:nvPr>
            <p:ph type="sldNum" sz="quarter" idx="12"/>
          </p:nvPr>
        </p:nvSpPr>
        <p:spPr/>
        <p:txBody>
          <a:bodyPr/>
          <a:lstStyle/>
          <a:p>
            <a:fld id="{72C51032-3907-49D0-95E5-16DB98DD3CD4}" type="slidenum">
              <a:rPr lang="en-IN" smtClean="0"/>
              <a:t>‹#›</a:t>
            </a:fld>
            <a:endParaRPr lang="en-IN" dirty="0"/>
          </a:p>
        </p:txBody>
      </p:sp>
    </p:spTree>
    <p:extLst>
      <p:ext uri="{BB962C8B-B14F-4D97-AF65-F5344CB8AC3E}">
        <p14:creationId xmlns:p14="http://schemas.microsoft.com/office/powerpoint/2010/main" val="3149785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206D8-BF68-4A58-16B9-81863348C46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D96BFC-0C22-65AB-08AE-EBE753642F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C322BA-8F1B-14B5-DACA-06132B3A8A32}"/>
              </a:ext>
            </a:extLst>
          </p:cNvPr>
          <p:cNvSpPr>
            <a:spLocks noGrp="1"/>
          </p:cNvSpPr>
          <p:nvPr>
            <p:ph type="dt" sz="half" idx="10"/>
          </p:nvPr>
        </p:nvSpPr>
        <p:spPr/>
        <p:txBody>
          <a:bodyPr/>
          <a:lstStyle/>
          <a:p>
            <a:fld id="{388DD9B4-F784-42F5-9AAD-A4D4156AB6F4}" type="datetimeFigureOut">
              <a:rPr lang="en-IN" smtClean="0"/>
              <a:t>11-04-2026</a:t>
            </a:fld>
            <a:endParaRPr lang="en-IN" dirty="0"/>
          </a:p>
        </p:txBody>
      </p:sp>
      <p:sp>
        <p:nvSpPr>
          <p:cNvPr id="5" name="Footer Placeholder 4">
            <a:extLst>
              <a:ext uri="{FF2B5EF4-FFF2-40B4-BE49-F238E27FC236}">
                <a16:creationId xmlns:a16="http://schemas.microsoft.com/office/drawing/2014/main" id="{ABAB5B4F-B3CB-AB77-0428-BDAF22893E1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35AD506-D6C4-1D9C-526C-328B4F4B813F}"/>
              </a:ext>
            </a:extLst>
          </p:cNvPr>
          <p:cNvSpPr>
            <a:spLocks noGrp="1"/>
          </p:cNvSpPr>
          <p:nvPr>
            <p:ph type="sldNum" sz="quarter" idx="12"/>
          </p:nvPr>
        </p:nvSpPr>
        <p:spPr/>
        <p:txBody>
          <a:bodyPr/>
          <a:lstStyle/>
          <a:p>
            <a:fld id="{72C51032-3907-49D0-95E5-16DB98DD3CD4}" type="slidenum">
              <a:rPr lang="en-IN" smtClean="0"/>
              <a:t>‹#›</a:t>
            </a:fld>
            <a:endParaRPr lang="en-IN" dirty="0"/>
          </a:p>
        </p:txBody>
      </p:sp>
    </p:spTree>
    <p:extLst>
      <p:ext uri="{BB962C8B-B14F-4D97-AF65-F5344CB8AC3E}">
        <p14:creationId xmlns:p14="http://schemas.microsoft.com/office/powerpoint/2010/main" val="2095282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AAB6F-79B2-E42E-01A2-666790727A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4863079-B2D8-7542-A797-4A7125DF05C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F6B006-8F9A-4C98-140D-69BC32416630}"/>
              </a:ext>
            </a:extLst>
          </p:cNvPr>
          <p:cNvSpPr>
            <a:spLocks noGrp="1"/>
          </p:cNvSpPr>
          <p:nvPr>
            <p:ph type="dt" sz="half" idx="10"/>
          </p:nvPr>
        </p:nvSpPr>
        <p:spPr/>
        <p:txBody>
          <a:bodyPr/>
          <a:lstStyle/>
          <a:p>
            <a:fld id="{388DD9B4-F784-42F5-9AAD-A4D4156AB6F4}" type="datetimeFigureOut">
              <a:rPr lang="en-IN" smtClean="0"/>
              <a:t>11-04-2026</a:t>
            </a:fld>
            <a:endParaRPr lang="en-IN" dirty="0"/>
          </a:p>
        </p:txBody>
      </p:sp>
      <p:sp>
        <p:nvSpPr>
          <p:cNvPr id="5" name="Footer Placeholder 4">
            <a:extLst>
              <a:ext uri="{FF2B5EF4-FFF2-40B4-BE49-F238E27FC236}">
                <a16:creationId xmlns:a16="http://schemas.microsoft.com/office/drawing/2014/main" id="{E5DF8248-7C36-5824-AA4A-E196BADF8B37}"/>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222C52B-F4EC-FF47-3229-070D7CA3D8FD}"/>
              </a:ext>
            </a:extLst>
          </p:cNvPr>
          <p:cNvSpPr>
            <a:spLocks noGrp="1"/>
          </p:cNvSpPr>
          <p:nvPr>
            <p:ph type="sldNum" sz="quarter" idx="12"/>
          </p:nvPr>
        </p:nvSpPr>
        <p:spPr/>
        <p:txBody>
          <a:bodyPr/>
          <a:lstStyle/>
          <a:p>
            <a:fld id="{72C51032-3907-49D0-95E5-16DB98DD3CD4}" type="slidenum">
              <a:rPr lang="en-IN" smtClean="0"/>
              <a:t>‹#›</a:t>
            </a:fld>
            <a:endParaRPr lang="en-IN" dirty="0"/>
          </a:p>
        </p:txBody>
      </p:sp>
    </p:spTree>
    <p:extLst>
      <p:ext uri="{BB962C8B-B14F-4D97-AF65-F5344CB8AC3E}">
        <p14:creationId xmlns:p14="http://schemas.microsoft.com/office/powerpoint/2010/main" val="1949806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B5451-0346-E6B1-8253-69713D1AC15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95B5A4-AF2E-9838-441F-2133953871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A4E7491-5E26-9556-2091-5E24530241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D45296E-76DE-A267-FA9A-4F892B650EB8}"/>
              </a:ext>
            </a:extLst>
          </p:cNvPr>
          <p:cNvSpPr>
            <a:spLocks noGrp="1"/>
          </p:cNvSpPr>
          <p:nvPr>
            <p:ph type="dt" sz="half" idx="10"/>
          </p:nvPr>
        </p:nvSpPr>
        <p:spPr/>
        <p:txBody>
          <a:bodyPr/>
          <a:lstStyle/>
          <a:p>
            <a:fld id="{388DD9B4-F784-42F5-9AAD-A4D4156AB6F4}" type="datetimeFigureOut">
              <a:rPr lang="en-IN" smtClean="0"/>
              <a:t>11-04-2026</a:t>
            </a:fld>
            <a:endParaRPr lang="en-IN" dirty="0"/>
          </a:p>
        </p:txBody>
      </p:sp>
      <p:sp>
        <p:nvSpPr>
          <p:cNvPr id="6" name="Footer Placeholder 5">
            <a:extLst>
              <a:ext uri="{FF2B5EF4-FFF2-40B4-BE49-F238E27FC236}">
                <a16:creationId xmlns:a16="http://schemas.microsoft.com/office/drawing/2014/main" id="{02166504-2C49-1309-82EB-E99D1124339F}"/>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F4BF0F-58C9-BE27-5EC7-137086554854}"/>
              </a:ext>
            </a:extLst>
          </p:cNvPr>
          <p:cNvSpPr>
            <a:spLocks noGrp="1"/>
          </p:cNvSpPr>
          <p:nvPr>
            <p:ph type="sldNum" sz="quarter" idx="12"/>
          </p:nvPr>
        </p:nvSpPr>
        <p:spPr/>
        <p:txBody>
          <a:bodyPr/>
          <a:lstStyle/>
          <a:p>
            <a:fld id="{72C51032-3907-49D0-95E5-16DB98DD3CD4}" type="slidenum">
              <a:rPr lang="en-IN" smtClean="0"/>
              <a:t>‹#›</a:t>
            </a:fld>
            <a:endParaRPr lang="en-IN" dirty="0"/>
          </a:p>
        </p:txBody>
      </p:sp>
    </p:spTree>
    <p:extLst>
      <p:ext uri="{BB962C8B-B14F-4D97-AF65-F5344CB8AC3E}">
        <p14:creationId xmlns:p14="http://schemas.microsoft.com/office/powerpoint/2010/main" val="3243652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E819A-3166-1B42-8FD2-B6FF2F2A7A7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C4EBE69-E234-795E-D4B0-36DF4EE5C0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1A9F25-03FA-6E61-CA3F-C054E83763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B876F61-FC68-5FB9-A5C8-DC26ECE7EB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1DA694-4006-5FC6-57B0-D8FA2CFA75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5624FA6-7991-9BE7-9104-4D060D7564DC}"/>
              </a:ext>
            </a:extLst>
          </p:cNvPr>
          <p:cNvSpPr>
            <a:spLocks noGrp="1"/>
          </p:cNvSpPr>
          <p:nvPr>
            <p:ph type="dt" sz="half" idx="10"/>
          </p:nvPr>
        </p:nvSpPr>
        <p:spPr/>
        <p:txBody>
          <a:bodyPr/>
          <a:lstStyle/>
          <a:p>
            <a:fld id="{388DD9B4-F784-42F5-9AAD-A4D4156AB6F4}" type="datetimeFigureOut">
              <a:rPr lang="en-IN" smtClean="0"/>
              <a:t>11-04-2026</a:t>
            </a:fld>
            <a:endParaRPr lang="en-IN" dirty="0"/>
          </a:p>
        </p:txBody>
      </p:sp>
      <p:sp>
        <p:nvSpPr>
          <p:cNvPr id="8" name="Footer Placeholder 7">
            <a:extLst>
              <a:ext uri="{FF2B5EF4-FFF2-40B4-BE49-F238E27FC236}">
                <a16:creationId xmlns:a16="http://schemas.microsoft.com/office/drawing/2014/main" id="{3B0CD42A-9DA7-0063-77F2-E47412438AE6}"/>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0D1984C1-08CD-5153-21D1-31AD39300F5C}"/>
              </a:ext>
            </a:extLst>
          </p:cNvPr>
          <p:cNvSpPr>
            <a:spLocks noGrp="1"/>
          </p:cNvSpPr>
          <p:nvPr>
            <p:ph type="sldNum" sz="quarter" idx="12"/>
          </p:nvPr>
        </p:nvSpPr>
        <p:spPr/>
        <p:txBody>
          <a:bodyPr/>
          <a:lstStyle/>
          <a:p>
            <a:fld id="{72C51032-3907-49D0-95E5-16DB98DD3CD4}" type="slidenum">
              <a:rPr lang="en-IN" smtClean="0"/>
              <a:t>‹#›</a:t>
            </a:fld>
            <a:endParaRPr lang="en-IN" dirty="0"/>
          </a:p>
        </p:txBody>
      </p:sp>
    </p:spTree>
    <p:extLst>
      <p:ext uri="{BB962C8B-B14F-4D97-AF65-F5344CB8AC3E}">
        <p14:creationId xmlns:p14="http://schemas.microsoft.com/office/powerpoint/2010/main" val="390590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552A1-97AC-133A-E358-B4CE8D76452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3107474-643D-342D-185C-6F9EF8B237CB}"/>
              </a:ext>
            </a:extLst>
          </p:cNvPr>
          <p:cNvSpPr>
            <a:spLocks noGrp="1"/>
          </p:cNvSpPr>
          <p:nvPr>
            <p:ph type="dt" sz="half" idx="10"/>
          </p:nvPr>
        </p:nvSpPr>
        <p:spPr/>
        <p:txBody>
          <a:bodyPr/>
          <a:lstStyle/>
          <a:p>
            <a:fld id="{388DD9B4-F784-42F5-9AAD-A4D4156AB6F4}" type="datetimeFigureOut">
              <a:rPr lang="en-IN" smtClean="0"/>
              <a:t>11-04-2026</a:t>
            </a:fld>
            <a:endParaRPr lang="en-IN" dirty="0"/>
          </a:p>
        </p:txBody>
      </p:sp>
      <p:sp>
        <p:nvSpPr>
          <p:cNvPr id="4" name="Footer Placeholder 3">
            <a:extLst>
              <a:ext uri="{FF2B5EF4-FFF2-40B4-BE49-F238E27FC236}">
                <a16:creationId xmlns:a16="http://schemas.microsoft.com/office/drawing/2014/main" id="{89EF305F-657D-B281-4534-3AAE162E3064}"/>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6C65A989-948D-C518-9AD7-F44E1917E5FE}"/>
              </a:ext>
            </a:extLst>
          </p:cNvPr>
          <p:cNvSpPr>
            <a:spLocks noGrp="1"/>
          </p:cNvSpPr>
          <p:nvPr>
            <p:ph type="sldNum" sz="quarter" idx="12"/>
          </p:nvPr>
        </p:nvSpPr>
        <p:spPr/>
        <p:txBody>
          <a:bodyPr/>
          <a:lstStyle/>
          <a:p>
            <a:fld id="{72C51032-3907-49D0-95E5-16DB98DD3CD4}" type="slidenum">
              <a:rPr lang="en-IN" smtClean="0"/>
              <a:t>‹#›</a:t>
            </a:fld>
            <a:endParaRPr lang="en-IN" dirty="0"/>
          </a:p>
        </p:txBody>
      </p:sp>
    </p:spTree>
    <p:extLst>
      <p:ext uri="{BB962C8B-B14F-4D97-AF65-F5344CB8AC3E}">
        <p14:creationId xmlns:p14="http://schemas.microsoft.com/office/powerpoint/2010/main" val="2917591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CB18F1-3625-AD2D-9A91-180AEEEB3381}"/>
              </a:ext>
            </a:extLst>
          </p:cNvPr>
          <p:cNvSpPr>
            <a:spLocks noGrp="1"/>
          </p:cNvSpPr>
          <p:nvPr>
            <p:ph type="dt" sz="half" idx="10"/>
          </p:nvPr>
        </p:nvSpPr>
        <p:spPr/>
        <p:txBody>
          <a:bodyPr/>
          <a:lstStyle/>
          <a:p>
            <a:fld id="{388DD9B4-F784-42F5-9AAD-A4D4156AB6F4}" type="datetimeFigureOut">
              <a:rPr lang="en-IN" smtClean="0"/>
              <a:t>11-04-2026</a:t>
            </a:fld>
            <a:endParaRPr lang="en-IN" dirty="0"/>
          </a:p>
        </p:txBody>
      </p:sp>
      <p:sp>
        <p:nvSpPr>
          <p:cNvPr id="3" name="Footer Placeholder 2">
            <a:extLst>
              <a:ext uri="{FF2B5EF4-FFF2-40B4-BE49-F238E27FC236}">
                <a16:creationId xmlns:a16="http://schemas.microsoft.com/office/drawing/2014/main" id="{5D6F2064-85A2-8B99-9B99-818DA365D7BF}"/>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47A4B5A1-3AD3-2314-C0F8-7010309ABD4F}"/>
              </a:ext>
            </a:extLst>
          </p:cNvPr>
          <p:cNvSpPr>
            <a:spLocks noGrp="1"/>
          </p:cNvSpPr>
          <p:nvPr>
            <p:ph type="sldNum" sz="quarter" idx="12"/>
          </p:nvPr>
        </p:nvSpPr>
        <p:spPr/>
        <p:txBody>
          <a:bodyPr/>
          <a:lstStyle/>
          <a:p>
            <a:fld id="{72C51032-3907-49D0-95E5-16DB98DD3CD4}" type="slidenum">
              <a:rPr lang="en-IN" smtClean="0"/>
              <a:t>‹#›</a:t>
            </a:fld>
            <a:endParaRPr lang="en-IN" dirty="0"/>
          </a:p>
        </p:txBody>
      </p:sp>
    </p:spTree>
    <p:extLst>
      <p:ext uri="{BB962C8B-B14F-4D97-AF65-F5344CB8AC3E}">
        <p14:creationId xmlns:p14="http://schemas.microsoft.com/office/powerpoint/2010/main" val="26061930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2EA00-CC4E-AC5B-91BA-8B992BE279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2F21659-24F2-BF72-34E9-41AF84E45F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A2E9404-B8E1-CC4A-6B39-58D83C49F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D9720F-9A04-602F-53C0-9B8B81AE283A}"/>
              </a:ext>
            </a:extLst>
          </p:cNvPr>
          <p:cNvSpPr>
            <a:spLocks noGrp="1"/>
          </p:cNvSpPr>
          <p:nvPr>
            <p:ph type="dt" sz="half" idx="10"/>
          </p:nvPr>
        </p:nvSpPr>
        <p:spPr/>
        <p:txBody>
          <a:bodyPr/>
          <a:lstStyle/>
          <a:p>
            <a:fld id="{388DD9B4-F784-42F5-9AAD-A4D4156AB6F4}" type="datetimeFigureOut">
              <a:rPr lang="en-IN" smtClean="0"/>
              <a:t>11-04-2026</a:t>
            </a:fld>
            <a:endParaRPr lang="en-IN" dirty="0"/>
          </a:p>
        </p:txBody>
      </p:sp>
      <p:sp>
        <p:nvSpPr>
          <p:cNvPr id="6" name="Footer Placeholder 5">
            <a:extLst>
              <a:ext uri="{FF2B5EF4-FFF2-40B4-BE49-F238E27FC236}">
                <a16:creationId xmlns:a16="http://schemas.microsoft.com/office/drawing/2014/main" id="{6F1C3946-DCD7-EF7A-0E43-5D9A8998901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DE65FBD0-FD63-C8AD-D0B4-52FF1F4FEE59}"/>
              </a:ext>
            </a:extLst>
          </p:cNvPr>
          <p:cNvSpPr>
            <a:spLocks noGrp="1"/>
          </p:cNvSpPr>
          <p:nvPr>
            <p:ph type="sldNum" sz="quarter" idx="12"/>
          </p:nvPr>
        </p:nvSpPr>
        <p:spPr/>
        <p:txBody>
          <a:bodyPr/>
          <a:lstStyle/>
          <a:p>
            <a:fld id="{72C51032-3907-49D0-95E5-16DB98DD3CD4}" type="slidenum">
              <a:rPr lang="en-IN" smtClean="0"/>
              <a:t>‹#›</a:t>
            </a:fld>
            <a:endParaRPr lang="en-IN" dirty="0"/>
          </a:p>
        </p:txBody>
      </p:sp>
    </p:spTree>
    <p:extLst>
      <p:ext uri="{BB962C8B-B14F-4D97-AF65-F5344CB8AC3E}">
        <p14:creationId xmlns:p14="http://schemas.microsoft.com/office/powerpoint/2010/main" val="1382135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8F128-8E0D-EB1E-95F1-38160CF3D9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C68B343-8512-CFA1-C67D-C09801BE3A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65D37090-FD14-86E6-AD6C-AD20EAE72F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F235E4-5E48-4EDA-C47E-20A76B5B808E}"/>
              </a:ext>
            </a:extLst>
          </p:cNvPr>
          <p:cNvSpPr>
            <a:spLocks noGrp="1"/>
          </p:cNvSpPr>
          <p:nvPr>
            <p:ph type="dt" sz="half" idx="10"/>
          </p:nvPr>
        </p:nvSpPr>
        <p:spPr/>
        <p:txBody>
          <a:bodyPr/>
          <a:lstStyle/>
          <a:p>
            <a:fld id="{388DD9B4-F784-42F5-9AAD-A4D4156AB6F4}" type="datetimeFigureOut">
              <a:rPr lang="en-IN" smtClean="0"/>
              <a:t>11-04-2026</a:t>
            </a:fld>
            <a:endParaRPr lang="en-IN" dirty="0"/>
          </a:p>
        </p:txBody>
      </p:sp>
      <p:sp>
        <p:nvSpPr>
          <p:cNvPr id="6" name="Footer Placeholder 5">
            <a:extLst>
              <a:ext uri="{FF2B5EF4-FFF2-40B4-BE49-F238E27FC236}">
                <a16:creationId xmlns:a16="http://schemas.microsoft.com/office/drawing/2014/main" id="{B835AE65-9A97-7C4D-3F3A-0998079B9EE3}"/>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B212C2C7-5C08-5CE6-B9EF-C567879A8712}"/>
              </a:ext>
            </a:extLst>
          </p:cNvPr>
          <p:cNvSpPr>
            <a:spLocks noGrp="1"/>
          </p:cNvSpPr>
          <p:nvPr>
            <p:ph type="sldNum" sz="quarter" idx="12"/>
          </p:nvPr>
        </p:nvSpPr>
        <p:spPr/>
        <p:txBody>
          <a:bodyPr/>
          <a:lstStyle/>
          <a:p>
            <a:fld id="{72C51032-3907-49D0-95E5-16DB98DD3CD4}" type="slidenum">
              <a:rPr lang="en-IN" smtClean="0"/>
              <a:t>‹#›</a:t>
            </a:fld>
            <a:endParaRPr lang="en-IN" dirty="0"/>
          </a:p>
        </p:txBody>
      </p:sp>
    </p:spTree>
    <p:extLst>
      <p:ext uri="{BB962C8B-B14F-4D97-AF65-F5344CB8AC3E}">
        <p14:creationId xmlns:p14="http://schemas.microsoft.com/office/powerpoint/2010/main" val="2135527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67C20-4289-F324-D5B2-B6312123F11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4EE544-4D13-0468-C6F2-147624AE8F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12D3CF-74A7-BC82-EA89-6F6729BD3587}"/>
              </a:ext>
            </a:extLst>
          </p:cNvPr>
          <p:cNvSpPr>
            <a:spLocks noGrp="1"/>
          </p:cNvSpPr>
          <p:nvPr>
            <p:ph type="dt" sz="half" idx="10"/>
          </p:nvPr>
        </p:nvSpPr>
        <p:spPr/>
        <p:txBody>
          <a:bodyPr/>
          <a:lstStyle/>
          <a:p>
            <a:fld id="{388DD9B4-F784-42F5-9AAD-A4D4156AB6F4}" type="datetimeFigureOut">
              <a:rPr lang="en-IN" smtClean="0"/>
              <a:t>11-04-2026</a:t>
            </a:fld>
            <a:endParaRPr lang="en-IN" dirty="0"/>
          </a:p>
        </p:txBody>
      </p:sp>
      <p:sp>
        <p:nvSpPr>
          <p:cNvPr id="5" name="Footer Placeholder 4">
            <a:extLst>
              <a:ext uri="{FF2B5EF4-FFF2-40B4-BE49-F238E27FC236}">
                <a16:creationId xmlns:a16="http://schemas.microsoft.com/office/drawing/2014/main" id="{6DE776C3-10DB-89D5-0C34-16B48CACD268}"/>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8FA64EA-22C1-3DE4-4509-5BE5E07BBBE4}"/>
              </a:ext>
            </a:extLst>
          </p:cNvPr>
          <p:cNvSpPr>
            <a:spLocks noGrp="1"/>
          </p:cNvSpPr>
          <p:nvPr>
            <p:ph type="sldNum" sz="quarter" idx="12"/>
          </p:nvPr>
        </p:nvSpPr>
        <p:spPr/>
        <p:txBody>
          <a:bodyPr/>
          <a:lstStyle/>
          <a:p>
            <a:fld id="{72C51032-3907-49D0-95E5-16DB98DD3CD4}" type="slidenum">
              <a:rPr lang="en-IN" smtClean="0"/>
              <a:t>‹#›</a:t>
            </a:fld>
            <a:endParaRPr lang="en-IN" dirty="0"/>
          </a:p>
        </p:txBody>
      </p:sp>
    </p:spTree>
    <p:extLst>
      <p:ext uri="{BB962C8B-B14F-4D97-AF65-F5344CB8AC3E}">
        <p14:creationId xmlns:p14="http://schemas.microsoft.com/office/powerpoint/2010/main" val="1625586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BF0D54-1559-A1B9-A2CE-7297F758B9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DBC970-3633-870A-501E-53F06A1F08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A54AB9-CD4D-C260-C5D8-2168F2DDD9EF}"/>
              </a:ext>
            </a:extLst>
          </p:cNvPr>
          <p:cNvSpPr>
            <a:spLocks noGrp="1"/>
          </p:cNvSpPr>
          <p:nvPr>
            <p:ph type="dt" sz="half" idx="10"/>
          </p:nvPr>
        </p:nvSpPr>
        <p:spPr/>
        <p:txBody>
          <a:bodyPr/>
          <a:lstStyle/>
          <a:p>
            <a:fld id="{388DD9B4-F784-42F5-9AAD-A4D4156AB6F4}" type="datetimeFigureOut">
              <a:rPr lang="en-IN" smtClean="0"/>
              <a:t>11-04-2026</a:t>
            </a:fld>
            <a:endParaRPr lang="en-IN" dirty="0"/>
          </a:p>
        </p:txBody>
      </p:sp>
      <p:sp>
        <p:nvSpPr>
          <p:cNvPr id="5" name="Footer Placeholder 4">
            <a:extLst>
              <a:ext uri="{FF2B5EF4-FFF2-40B4-BE49-F238E27FC236}">
                <a16:creationId xmlns:a16="http://schemas.microsoft.com/office/drawing/2014/main" id="{95F228FC-DF75-B30E-70DE-82B1C3D8C7D2}"/>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41EF9BE4-1014-5068-9501-A1921735F4CE}"/>
              </a:ext>
            </a:extLst>
          </p:cNvPr>
          <p:cNvSpPr>
            <a:spLocks noGrp="1"/>
          </p:cNvSpPr>
          <p:nvPr>
            <p:ph type="sldNum" sz="quarter" idx="12"/>
          </p:nvPr>
        </p:nvSpPr>
        <p:spPr/>
        <p:txBody>
          <a:bodyPr/>
          <a:lstStyle/>
          <a:p>
            <a:fld id="{72C51032-3907-49D0-95E5-16DB98DD3CD4}" type="slidenum">
              <a:rPr lang="en-IN" smtClean="0"/>
              <a:t>‹#›</a:t>
            </a:fld>
            <a:endParaRPr lang="en-IN" dirty="0"/>
          </a:p>
        </p:txBody>
      </p:sp>
    </p:spTree>
    <p:extLst>
      <p:ext uri="{BB962C8B-B14F-4D97-AF65-F5344CB8AC3E}">
        <p14:creationId xmlns:p14="http://schemas.microsoft.com/office/powerpoint/2010/main" val="450376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01F125-42C1-E105-4777-72E27474B5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1539E1-9FB4-C7F8-0C96-485782C656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443A5C-738C-A0F7-CB8D-1756B23877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8DD9B4-F784-42F5-9AAD-A4D4156AB6F4}" type="datetimeFigureOut">
              <a:rPr lang="en-IN" smtClean="0"/>
              <a:t>11-04-2026</a:t>
            </a:fld>
            <a:endParaRPr lang="en-IN" dirty="0"/>
          </a:p>
        </p:txBody>
      </p:sp>
      <p:sp>
        <p:nvSpPr>
          <p:cNvPr id="5" name="Footer Placeholder 4">
            <a:extLst>
              <a:ext uri="{FF2B5EF4-FFF2-40B4-BE49-F238E27FC236}">
                <a16:creationId xmlns:a16="http://schemas.microsoft.com/office/drawing/2014/main" id="{D8127469-EE46-1BDA-5391-DA1B7062D3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dirty="0"/>
          </a:p>
        </p:txBody>
      </p:sp>
      <p:sp>
        <p:nvSpPr>
          <p:cNvPr id="6" name="Slide Number Placeholder 5">
            <a:extLst>
              <a:ext uri="{FF2B5EF4-FFF2-40B4-BE49-F238E27FC236}">
                <a16:creationId xmlns:a16="http://schemas.microsoft.com/office/drawing/2014/main" id="{6284B35C-1AAB-76C9-6A39-EACEA78E6D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C51032-3907-49D0-95E5-16DB98DD3CD4}" type="slidenum">
              <a:rPr lang="en-IN" smtClean="0"/>
              <a:t>‹#›</a:t>
            </a:fld>
            <a:endParaRPr lang="en-IN" dirty="0"/>
          </a:p>
        </p:txBody>
      </p:sp>
    </p:spTree>
    <p:extLst>
      <p:ext uri="{BB962C8B-B14F-4D97-AF65-F5344CB8AC3E}">
        <p14:creationId xmlns:p14="http://schemas.microsoft.com/office/powerpoint/2010/main" val="16683221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A1FEB-9D3B-FF3C-FD80-8CB84D78AF69}"/>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319CFE82-FCB0-9D07-5078-7098F9181E23}"/>
              </a:ext>
            </a:extLst>
          </p:cNvPr>
          <p:cNvSpPr>
            <a:spLocks noGrp="1"/>
          </p:cNvSpPr>
          <p:nvPr>
            <p:ph type="subTitle" idx="1"/>
          </p:nvPr>
        </p:nvSpPr>
        <p:spPr>
          <a:xfrm>
            <a:off x="1524000" y="3602038"/>
            <a:ext cx="1720645" cy="242375"/>
          </a:xfrm>
        </p:spPr>
        <p:txBody>
          <a:bodyPr>
            <a:normAutofit fontScale="55000" lnSpcReduction="20000"/>
          </a:bodyPr>
          <a:lstStyle/>
          <a:p>
            <a:endParaRPr lang="en-IN" dirty="0"/>
          </a:p>
        </p:txBody>
      </p:sp>
      <p:pic>
        <p:nvPicPr>
          <p:cNvPr id="1028" name="Picture 4" descr="This may contain: an abstract blue and white background with wavy lines on the bottom right corner, in front of a plain white circle">
            <a:extLst>
              <a:ext uri="{FF2B5EF4-FFF2-40B4-BE49-F238E27FC236}">
                <a16:creationId xmlns:a16="http://schemas.microsoft.com/office/drawing/2014/main" id="{E3D2759D-25AE-67C6-FD96-68D068018F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9496"/>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E9FE3BD-A8EE-7DCD-2620-DBBE0FDC57B5}"/>
              </a:ext>
            </a:extLst>
          </p:cNvPr>
          <p:cNvSpPr txBox="1"/>
          <p:nvPr/>
        </p:nvSpPr>
        <p:spPr>
          <a:xfrm>
            <a:off x="2458065" y="1808331"/>
            <a:ext cx="6496137" cy="1323439"/>
          </a:xfrm>
          <a:prstGeom prst="rect">
            <a:avLst/>
          </a:prstGeom>
          <a:noFill/>
        </p:spPr>
        <p:txBody>
          <a:bodyPr wrap="none" rtlCol="0">
            <a:spAutoFit/>
          </a:bodyPr>
          <a:lstStyle/>
          <a:p>
            <a:r>
              <a:rPr lang="en-US" sz="6000" b="1" dirty="0">
                <a:latin typeface="+mj-lt"/>
              </a:rPr>
              <a:t>Bank Loan Analysis</a:t>
            </a:r>
          </a:p>
          <a:p>
            <a:pPr algn="ctr"/>
            <a:r>
              <a:rPr lang="en-US" sz="2000" b="1" dirty="0">
                <a:latin typeface="+mj-lt"/>
              </a:rPr>
              <a:t>(Using SQL and Power BI)</a:t>
            </a:r>
            <a:endParaRPr lang="en-IN" sz="2000" b="1" dirty="0">
              <a:latin typeface="+mj-lt"/>
            </a:endParaRPr>
          </a:p>
        </p:txBody>
      </p:sp>
      <p:sp>
        <p:nvSpPr>
          <p:cNvPr id="6" name="TextBox 5">
            <a:extLst>
              <a:ext uri="{FF2B5EF4-FFF2-40B4-BE49-F238E27FC236}">
                <a16:creationId xmlns:a16="http://schemas.microsoft.com/office/drawing/2014/main" id="{6F807B56-B150-13E7-485E-1B804C87FE0B}"/>
              </a:ext>
            </a:extLst>
          </p:cNvPr>
          <p:cNvSpPr txBox="1"/>
          <p:nvPr/>
        </p:nvSpPr>
        <p:spPr>
          <a:xfrm>
            <a:off x="4935601" y="5366305"/>
            <a:ext cx="1694951" cy="400110"/>
          </a:xfrm>
          <a:prstGeom prst="rect">
            <a:avLst/>
          </a:prstGeom>
          <a:noFill/>
        </p:spPr>
        <p:txBody>
          <a:bodyPr wrap="none" rtlCol="0">
            <a:spAutoFit/>
          </a:bodyPr>
          <a:lstStyle/>
          <a:p>
            <a:r>
              <a:rPr lang="en-US" sz="2000" b="1" dirty="0"/>
              <a:t>By Riya Arora</a:t>
            </a:r>
            <a:endParaRPr lang="en-IN" sz="2000" b="1" dirty="0"/>
          </a:p>
        </p:txBody>
      </p:sp>
    </p:spTree>
    <p:extLst>
      <p:ext uri="{BB962C8B-B14F-4D97-AF65-F5344CB8AC3E}">
        <p14:creationId xmlns:p14="http://schemas.microsoft.com/office/powerpoint/2010/main" val="217447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E398E-F58D-3DCB-2D2D-D78C911C2442}"/>
            </a:ext>
          </a:extLst>
        </p:cNvPr>
        <p:cNvGrpSpPr/>
        <p:nvPr/>
      </p:nvGrpSpPr>
      <p:grpSpPr>
        <a:xfrm>
          <a:off x="0" y="0"/>
          <a:ext cx="0" cy="0"/>
          <a:chOff x="0" y="0"/>
          <a:chExt cx="0" cy="0"/>
        </a:xfrm>
      </p:grpSpPr>
      <p:pic>
        <p:nvPicPr>
          <p:cNvPr id="2" name="Picture 2" descr="This may contain: an abstract blue and white background with vertical lines in the center, as well as diagonal shapes">
            <a:extLst>
              <a:ext uri="{FF2B5EF4-FFF2-40B4-BE49-F238E27FC236}">
                <a16:creationId xmlns:a16="http://schemas.microsoft.com/office/drawing/2014/main" id="{43753E3F-7B88-DB15-45C2-92037DAE79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09" y="0"/>
            <a:ext cx="12211509" cy="6858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This may contain: an abstract blue and white background with wavy lines on the bottom right corner, in front of a plain white circle">
            <a:extLst>
              <a:ext uri="{FF2B5EF4-FFF2-40B4-BE49-F238E27FC236}">
                <a16:creationId xmlns:a16="http://schemas.microsoft.com/office/drawing/2014/main" id="{79937528-631F-C292-C2C3-644EE81E6C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8D0AA22-366F-B30A-07BE-9B0C0E3967B5}"/>
              </a:ext>
            </a:extLst>
          </p:cNvPr>
          <p:cNvSpPr txBox="1"/>
          <p:nvPr/>
        </p:nvSpPr>
        <p:spPr>
          <a:xfrm>
            <a:off x="540774" y="137653"/>
            <a:ext cx="3309432" cy="1015663"/>
          </a:xfrm>
          <a:prstGeom prst="rect">
            <a:avLst/>
          </a:prstGeom>
          <a:noFill/>
        </p:spPr>
        <p:txBody>
          <a:bodyPr wrap="none" rtlCol="0">
            <a:spAutoFit/>
          </a:bodyPr>
          <a:lstStyle/>
          <a:p>
            <a:r>
              <a:rPr lang="en-US" sz="6000" b="1" dirty="0">
                <a:latin typeface="+mj-lt"/>
              </a:rPr>
              <a:t>Objective</a:t>
            </a:r>
            <a:endParaRPr lang="en-IN" sz="6000" b="1" dirty="0">
              <a:latin typeface="+mj-lt"/>
            </a:endParaRPr>
          </a:p>
        </p:txBody>
      </p:sp>
      <p:sp>
        <p:nvSpPr>
          <p:cNvPr id="6" name="TextBox 5">
            <a:extLst>
              <a:ext uri="{FF2B5EF4-FFF2-40B4-BE49-F238E27FC236}">
                <a16:creationId xmlns:a16="http://schemas.microsoft.com/office/drawing/2014/main" id="{F24E0776-460D-681F-D7CF-5262B4E467D8}"/>
              </a:ext>
            </a:extLst>
          </p:cNvPr>
          <p:cNvSpPr txBox="1"/>
          <p:nvPr/>
        </p:nvSpPr>
        <p:spPr>
          <a:xfrm>
            <a:off x="540774" y="1759407"/>
            <a:ext cx="10550013" cy="2246769"/>
          </a:xfrm>
          <a:prstGeom prst="rect">
            <a:avLst/>
          </a:prstGeom>
          <a:noFill/>
        </p:spPr>
        <p:txBody>
          <a:bodyPr wrap="square">
            <a:spAutoFit/>
          </a:bodyPr>
          <a:lstStyle/>
          <a:p>
            <a:r>
              <a:rPr lang="en-US" sz="2000" dirty="0"/>
              <a:t>This project is to analyze loan data to gain insights into borrower behavior, credit risk, and overall loan performance. By using </a:t>
            </a:r>
            <a:r>
              <a:rPr lang="en-US" sz="2000" b="1" dirty="0"/>
              <a:t>SQL for data analysis and Power BI for visualization</a:t>
            </a:r>
            <a:r>
              <a:rPr lang="en-US" sz="2000" dirty="0"/>
              <a:t>, the project aims to identify key factors influencing loan defaults. It focuses on evaluating different customer segments, loan characteristics, and repayment patterns. The goal is to uncover actionable insights that help reduce default risk and improve profitability. This analysis supports data-driven lending decisions. Ultimately, it helps in building a more efficient and sustainable loan portfolio.</a:t>
            </a:r>
            <a:endParaRPr lang="en-IN" sz="2000" dirty="0"/>
          </a:p>
        </p:txBody>
      </p:sp>
    </p:spTree>
    <p:extLst>
      <p:ext uri="{BB962C8B-B14F-4D97-AF65-F5344CB8AC3E}">
        <p14:creationId xmlns:p14="http://schemas.microsoft.com/office/powerpoint/2010/main" val="1179875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This may contain: an abstract blue and white background with vertical lines in the center, as well as diagonal shapes">
            <a:extLst>
              <a:ext uri="{FF2B5EF4-FFF2-40B4-BE49-F238E27FC236}">
                <a16:creationId xmlns:a16="http://schemas.microsoft.com/office/drawing/2014/main" id="{B9988243-3DF3-B981-4B25-CE9C716C08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09" y="0"/>
            <a:ext cx="12211509" cy="6858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This may contain: an abstract blue and white background with wavy lines on the bottom right corner, in front of a plain white circle">
            <a:extLst>
              <a:ext uri="{FF2B5EF4-FFF2-40B4-BE49-F238E27FC236}">
                <a16:creationId xmlns:a16="http://schemas.microsoft.com/office/drawing/2014/main" id="{EE796A22-530D-9F1F-7C6E-D3305451BD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5"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13A3F7F-11DC-6A7B-A492-4D2345037601}"/>
              </a:ext>
            </a:extLst>
          </p:cNvPr>
          <p:cNvSpPr txBox="1"/>
          <p:nvPr/>
        </p:nvSpPr>
        <p:spPr>
          <a:xfrm>
            <a:off x="3411794" y="2251588"/>
            <a:ext cx="4467890" cy="1015663"/>
          </a:xfrm>
          <a:prstGeom prst="rect">
            <a:avLst/>
          </a:prstGeom>
          <a:noFill/>
        </p:spPr>
        <p:txBody>
          <a:bodyPr wrap="none" rtlCol="0">
            <a:spAutoFit/>
          </a:bodyPr>
          <a:lstStyle/>
          <a:p>
            <a:r>
              <a:rPr lang="en-US" sz="6000" b="1" dirty="0">
                <a:latin typeface="+mj-lt"/>
              </a:rPr>
              <a:t>SQL Analysis</a:t>
            </a:r>
            <a:endParaRPr lang="en-IN" sz="6000" b="1" dirty="0">
              <a:latin typeface="+mj-lt"/>
            </a:endParaRPr>
          </a:p>
        </p:txBody>
      </p:sp>
    </p:spTree>
    <p:extLst>
      <p:ext uri="{BB962C8B-B14F-4D97-AF65-F5344CB8AC3E}">
        <p14:creationId xmlns:p14="http://schemas.microsoft.com/office/powerpoint/2010/main" val="1518072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D415A-567F-DB12-052F-9F7466DA0B7D}"/>
            </a:ext>
          </a:extLst>
        </p:cNvPr>
        <p:cNvGrpSpPr/>
        <p:nvPr/>
      </p:nvGrpSpPr>
      <p:grpSpPr>
        <a:xfrm>
          <a:off x="0" y="0"/>
          <a:ext cx="0" cy="0"/>
          <a:chOff x="0" y="0"/>
          <a:chExt cx="0" cy="0"/>
        </a:xfrm>
      </p:grpSpPr>
      <p:pic>
        <p:nvPicPr>
          <p:cNvPr id="2" name="Picture 2" descr="This may contain: an abstract blue and white background with vertical lines in the center, as well as diagonal shapes">
            <a:extLst>
              <a:ext uri="{FF2B5EF4-FFF2-40B4-BE49-F238E27FC236}">
                <a16:creationId xmlns:a16="http://schemas.microsoft.com/office/drawing/2014/main" id="{728563DB-6CD9-2907-E5E9-0CFD959764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09" y="0"/>
            <a:ext cx="12211509" cy="6858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This may contain: an abstract blue and white background with wavy lines on the bottom right corner, in front of a plain white circle">
            <a:extLst>
              <a:ext uri="{FF2B5EF4-FFF2-40B4-BE49-F238E27FC236}">
                <a16:creationId xmlns:a16="http://schemas.microsoft.com/office/drawing/2014/main" id="{394A522B-7720-9FD5-CC27-1E74BC934A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496"/>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DCAD696-535D-7DDE-467A-0CF3C9F1C123}"/>
              </a:ext>
            </a:extLst>
          </p:cNvPr>
          <p:cNvSpPr txBox="1"/>
          <p:nvPr/>
        </p:nvSpPr>
        <p:spPr>
          <a:xfrm>
            <a:off x="432620" y="291045"/>
            <a:ext cx="4979633" cy="584775"/>
          </a:xfrm>
          <a:prstGeom prst="rect">
            <a:avLst/>
          </a:prstGeom>
          <a:noFill/>
        </p:spPr>
        <p:txBody>
          <a:bodyPr wrap="none" rtlCol="0">
            <a:spAutoFit/>
          </a:bodyPr>
          <a:lstStyle/>
          <a:p>
            <a:r>
              <a:rPr lang="en-IN" sz="3200" b="1" dirty="0">
                <a:latin typeface="+mj-lt"/>
              </a:rPr>
              <a:t>Bank Loan Report Overview</a:t>
            </a:r>
          </a:p>
        </p:txBody>
      </p:sp>
      <p:pic>
        <p:nvPicPr>
          <p:cNvPr id="8" name="Picture 7">
            <a:extLst>
              <a:ext uri="{FF2B5EF4-FFF2-40B4-BE49-F238E27FC236}">
                <a16:creationId xmlns:a16="http://schemas.microsoft.com/office/drawing/2014/main" id="{CDCBC151-0161-4239-03BC-9012ADABCDAA}"/>
              </a:ext>
            </a:extLst>
          </p:cNvPr>
          <p:cNvPicPr>
            <a:picLocks noChangeAspect="1"/>
          </p:cNvPicPr>
          <p:nvPr/>
        </p:nvPicPr>
        <p:blipFill>
          <a:blip r:embed="rId4"/>
          <a:stretch>
            <a:fillRect/>
          </a:stretch>
        </p:blipFill>
        <p:spPr>
          <a:xfrm>
            <a:off x="1002891" y="1852894"/>
            <a:ext cx="8249264" cy="3377623"/>
          </a:xfrm>
          <a:prstGeom prst="rect">
            <a:avLst/>
          </a:prstGeom>
          <a:ln>
            <a:solidFill>
              <a:schemeClr val="tx1"/>
            </a:solidFill>
          </a:ln>
        </p:spPr>
      </p:pic>
      <p:sp>
        <p:nvSpPr>
          <p:cNvPr id="10" name="TextBox 9">
            <a:extLst>
              <a:ext uri="{FF2B5EF4-FFF2-40B4-BE49-F238E27FC236}">
                <a16:creationId xmlns:a16="http://schemas.microsoft.com/office/drawing/2014/main" id="{6F3D9BCB-9E9E-8427-E039-A274B8A348D9}"/>
              </a:ext>
            </a:extLst>
          </p:cNvPr>
          <p:cNvSpPr txBox="1"/>
          <p:nvPr/>
        </p:nvSpPr>
        <p:spPr>
          <a:xfrm>
            <a:off x="866848" y="986068"/>
            <a:ext cx="9722493" cy="646331"/>
          </a:xfrm>
          <a:prstGeom prst="rect">
            <a:avLst/>
          </a:prstGeom>
          <a:noFill/>
        </p:spPr>
        <p:txBody>
          <a:bodyPr wrap="square">
            <a:spAutoFit/>
          </a:bodyPr>
          <a:lstStyle/>
          <a:p>
            <a:r>
              <a:rPr lang="en-US" dirty="0"/>
              <a:t>The report provides a high-level view of loan applications, funded amount, and repayments across months.</a:t>
            </a:r>
            <a:endParaRPr lang="en-IN" dirty="0"/>
          </a:p>
        </p:txBody>
      </p:sp>
    </p:spTree>
    <p:extLst>
      <p:ext uri="{BB962C8B-B14F-4D97-AF65-F5344CB8AC3E}">
        <p14:creationId xmlns:p14="http://schemas.microsoft.com/office/powerpoint/2010/main" val="3791907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29D68-8252-FAEE-A40E-1E55AEBEAA3F}"/>
            </a:ext>
          </a:extLst>
        </p:cNvPr>
        <p:cNvGrpSpPr/>
        <p:nvPr/>
      </p:nvGrpSpPr>
      <p:grpSpPr>
        <a:xfrm>
          <a:off x="0" y="0"/>
          <a:ext cx="0" cy="0"/>
          <a:chOff x="0" y="0"/>
          <a:chExt cx="0" cy="0"/>
        </a:xfrm>
      </p:grpSpPr>
      <p:pic>
        <p:nvPicPr>
          <p:cNvPr id="2" name="Picture 2" descr="This may contain: an abstract blue and white background with vertical lines in the center, as well as diagonal shapes">
            <a:extLst>
              <a:ext uri="{FF2B5EF4-FFF2-40B4-BE49-F238E27FC236}">
                <a16:creationId xmlns:a16="http://schemas.microsoft.com/office/drawing/2014/main" id="{5E046A15-09DF-EF7D-2E5B-17887DE156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09" y="0"/>
            <a:ext cx="12211509" cy="6858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This may contain: an abstract blue and white background with wavy lines on the bottom right corner, in front of a plain white circle">
            <a:extLst>
              <a:ext uri="{FF2B5EF4-FFF2-40B4-BE49-F238E27FC236}">
                <a16:creationId xmlns:a16="http://schemas.microsoft.com/office/drawing/2014/main" id="{B5E09DAC-DC6E-C782-67F1-67B452F2C5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9664"/>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252F90B-FF8D-94C0-CD06-9FE19970CB9E}"/>
              </a:ext>
            </a:extLst>
          </p:cNvPr>
          <p:cNvSpPr txBox="1"/>
          <p:nvPr/>
        </p:nvSpPr>
        <p:spPr>
          <a:xfrm>
            <a:off x="442452" y="176980"/>
            <a:ext cx="7992701" cy="584775"/>
          </a:xfrm>
          <a:prstGeom prst="rect">
            <a:avLst/>
          </a:prstGeom>
          <a:noFill/>
        </p:spPr>
        <p:txBody>
          <a:bodyPr wrap="none" rtlCol="0">
            <a:spAutoFit/>
          </a:bodyPr>
          <a:lstStyle/>
          <a:p>
            <a:r>
              <a:rPr lang="en-US" sz="3200" b="1" dirty="0">
                <a:latin typeface="+mj-lt"/>
              </a:rPr>
              <a:t>Monthly Performance Trends (MoM Analysis)</a:t>
            </a:r>
            <a:endParaRPr lang="en-IN" sz="3200" b="1" dirty="0">
              <a:latin typeface="+mj-lt"/>
            </a:endParaRPr>
          </a:p>
        </p:txBody>
      </p:sp>
      <p:pic>
        <p:nvPicPr>
          <p:cNvPr id="6" name="Picture 5">
            <a:extLst>
              <a:ext uri="{FF2B5EF4-FFF2-40B4-BE49-F238E27FC236}">
                <a16:creationId xmlns:a16="http://schemas.microsoft.com/office/drawing/2014/main" id="{6F93D88C-C2A7-35AD-5FC9-02D7C70B1607}"/>
              </a:ext>
            </a:extLst>
          </p:cNvPr>
          <p:cNvPicPr>
            <a:picLocks noChangeAspect="1"/>
          </p:cNvPicPr>
          <p:nvPr/>
        </p:nvPicPr>
        <p:blipFill>
          <a:blip r:embed="rId4"/>
          <a:stretch>
            <a:fillRect/>
          </a:stretch>
        </p:blipFill>
        <p:spPr>
          <a:xfrm>
            <a:off x="155185" y="938735"/>
            <a:ext cx="3224652" cy="2178091"/>
          </a:xfrm>
          <a:prstGeom prst="rect">
            <a:avLst/>
          </a:prstGeom>
          <a:ln>
            <a:solidFill>
              <a:schemeClr val="tx1"/>
            </a:solidFill>
          </a:ln>
        </p:spPr>
      </p:pic>
      <p:pic>
        <p:nvPicPr>
          <p:cNvPr id="13" name="Picture 12">
            <a:extLst>
              <a:ext uri="{FF2B5EF4-FFF2-40B4-BE49-F238E27FC236}">
                <a16:creationId xmlns:a16="http://schemas.microsoft.com/office/drawing/2014/main" id="{6B8DA69D-506F-0439-4F2E-F013AD9C999E}"/>
              </a:ext>
            </a:extLst>
          </p:cNvPr>
          <p:cNvPicPr>
            <a:picLocks noChangeAspect="1"/>
          </p:cNvPicPr>
          <p:nvPr/>
        </p:nvPicPr>
        <p:blipFill>
          <a:blip r:embed="rId5"/>
          <a:stretch>
            <a:fillRect/>
          </a:stretch>
        </p:blipFill>
        <p:spPr>
          <a:xfrm>
            <a:off x="3535021" y="938735"/>
            <a:ext cx="3524539" cy="2178091"/>
          </a:xfrm>
          <a:prstGeom prst="rect">
            <a:avLst/>
          </a:prstGeom>
          <a:ln>
            <a:solidFill>
              <a:schemeClr val="tx1"/>
            </a:solidFill>
          </a:ln>
        </p:spPr>
      </p:pic>
      <p:pic>
        <p:nvPicPr>
          <p:cNvPr id="14" name="Picture 13">
            <a:extLst>
              <a:ext uri="{FF2B5EF4-FFF2-40B4-BE49-F238E27FC236}">
                <a16:creationId xmlns:a16="http://schemas.microsoft.com/office/drawing/2014/main" id="{4925EBDB-A031-EC01-51A5-26FE5F33282C}"/>
              </a:ext>
            </a:extLst>
          </p:cNvPr>
          <p:cNvPicPr>
            <a:picLocks noChangeAspect="1"/>
          </p:cNvPicPr>
          <p:nvPr/>
        </p:nvPicPr>
        <p:blipFill>
          <a:blip r:embed="rId6"/>
          <a:stretch>
            <a:fillRect/>
          </a:stretch>
        </p:blipFill>
        <p:spPr>
          <a:xfrm>
            <a:off x="7390886" y="938735"/>
            <a:ext cx="4469787" cy="2178091"/>
          </a:xfrm>
          <a:prstGeom prst="rect">
            <a:avLst/>
          </a:prstGeom>
          <a:ln>
            <a:solidFill>
              <a:schemeClr val="tx1"/>
            </a:solidFill>
          </a:ln>
        </p:spPr>
      </p:pic>
      <p:sp>
        <p:nvSpPr>
          <p:cNvPr id="15" name="Rectangle 1">
            <a:extLst>
              <a:ext uri="{FF2B5EF4-FFF2-40B4-BE49-F238E27FC236}">
                <a16:creationId xmlns:a16="http://schemas.microsoft.com/office/drawing/2014/main" id="{D18DF0DE-8420-15AA-A9C3-1B158C46809E}"/>
              </a:ext>
            </a:extLst>
          </p:cNvPr>
          <p:cNvSpPr>
            <a:spLocks noChangeArrowheads="1"/>
          </p:cNvSpPr>
          <p:nvPr/>
        </p:nvSpPr>
        <p:spPr bwMode="auto">
          <a:xfrm>
            <a:off x="422788" y="3429000"/>
            <a:ext cx="1131692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Loan applications show an </a:t>
            </a:r>
            <a:r>
              <a:rPr kumimoji="0" lang="en-US" altLang="en-US" sz="1800" b="1" i="0" u="none" strike="noStrike" cap="none" normalizeH="0" baseline="0" dirty="0">
                <a:ln>
                  <a:noFill/>
                </a:ln>
                <a:solidFill>
                  <a:schemeClr val="tx1"/>
                </a:solidFill>
                <a:effectLst/>
                <a:latin typeface="Arial" panose="020B0604020202020204" pitchFamily="34" charset="0"/>
              </a:rPr>
              <a:t>overall increasing trend</a:t>
            </a:r>
            <a:r>
              <a:rPr kumimoji="0" lang="en-US" altLang="en-US" sz="1800" b="0" i="0" u="none" strike="noStrike" cap="none" normalizeH="0" baseline="0" dirty="0">
                <a:ln>
                  <a:noFill/>
                </a:ln>
                <a:solidFill>
                  <a:schemeClr val="tx1"/>
                </a:solidFill>
                <a:effectLst/>
                <a:latin typeface="Arial" panose="020B0604020202020204" pitchFamily="34" charset="0"/>
              </a:rPr>
              <a:t> throughout the year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 slight decline is observed in </a:t>
            </a:r>
            <a:r>
              <a:rPr kumimoji="0" lang="en-US" altLang="en-US" sz="1800" b="1" i="0" u="none" strike="noStrike" cap="none" normalizeH="0" baseline="0" dirty="0">
                <a:ln>
                  <a:noFill/>
                </a:ln>
                <a:solidFill>
                  <a:schemeClr val="tx1"/>
                </a:solidFill>
                <a:effectLst/>
                <a:latin typeface="Arial" panose="020B0604020202020204" pitchFamily="34" charset="0"/>
              </a:rPr>
              <a:t>February</a:t>
            </a:r>
            <a:r>
              <a:rPr kumimoji="0" lang="en-US" altLang="en-US" sz="1800" b="0" i="0" u="none" strike="noStrike" cap="none" normalizeH="0" baseline="0" dirty="0">
                <a:ln>
                  <a:noFill/>
                </a:ln>
                <a:solidFill>
                  <a:schemeClr val="tx1"/>
                </a:solidFill>
                <a:effectLst/>
                <a:latin typeface="Arial" panose="020B0604020202020204" pitchFamily="34" charset="0"/>
              </a:rPr>
              <a:t>, followed by steady growth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Funded amount shows </a:t>
            </a:r>
            <a:r>
              <a:rPr kumimoji="0" lang="en-US" altLang="en-US" sz="1800" b="1" i="0" u="none" strike="noStrike" cap="none" normalizeH="0" baseline="0" dirty="0">
                <a:ln>
                  <a:noFill/>
                </a:ln>
                <a:solidFill>
                  <a:schemeClr val="tx1"/>
                </a:solidFill>
                <a:effectLst/>
                <a:latin typeface="Arial" panose="020B0604020202020204" pitchFamily="34" charset="0"/>
              </a:rPr>
              <a:t>consistent month-over-month growth</a:t>
            </a:r>
            <a:r>
              <a:rPr kumimoji="0" lang="en-US" altLang="en-US" sz="1800" b="0" i="0" u="none" strike="noStrike" cap="none" normalizeH="0" baseline="0" dirty="0">
                <a:ln>
                  <a:noFill/>
                </a:ln>
                <a:solidFill>
                  <a:schemeClr val="tx1"/>
                </a:solidFill>
                <a:effectLst/>
                <a:latin typeface="Arial" panose="020B0604020202020204" pitchFamily="34" charset="0"/>
              </a:rPr>
              <a:t>, especially in later </a:t>
            </a: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months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Total amount received also demonstrates a </a:t>
            </a:r>
            <a:r>
              <a:rPr kumimoji="0" lang="en-US" altLang="en-US" sz="1800" b="1" i="0" u="none" strike="noStrike" cap="none" normalizeH="0" baseline="0" dirty="0">
                <a:ln>
                  <a:noFill/>
                </a:ln>
                <a:solidFill>
                  <a:schemeClr val="tx1"/>
                </a:solidFill>
                <a:effectLst/>
                <a:latin typeface="Arial" panose="020B0604020202020204" pitchFamily="34" charset="0"/>
              </a:rPr>
              <a:t>strong upward trend</a:t>
            </a:r>
            <a:r>
              <a:rPr kumimoji="0" lang="en-US" altLang="en-US" sz="1800" b="0" i="0" u="none" strike="noStrike" cap="none" normalizeH="0" baseline="0" dirty="0">
                <a:ln>
                  <a:noFill/>
                </a:ln>
                <a:solidFill>
                  <a:schemeClr val="tx1"/>
                </a:solidFill>
                <a:effectLst/>
                <a:latin typeface="Arial" panose="020B0604020202020204" pitchFamily="34" charset="0"/>
              </a:rPr>
              <a:t>, indicating improving </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repayments </a:t>
            </a:r>
          </a:p>
        </p:txBody>
      </p:sp>
    </p:spTree>
    <p:extLst>
      <p:ext uri="{BB962C8B-B14F-4D97-AF65-F5344CB8AC3E}">
        <p14:creationId xmlns:p14="http://schemas.microsoft.com/office/powerpoint/2010/main" val="816800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F3B0E-6C07-EB88-EB2E-2CD6AD7DCF8D}"/>
            </a:ext>
          </a:extLst>
        </p:cNvPr>
        <p:cNvGrpSpPr/>
        <p:nvPr/>
      </p:nvGrpSpPr>
      <p:grpSpPr>
        <a:xfrm>
          <a:off x="0" y="0"/>
          <a:ext cx="0" cy="0"/>
          <a:chOff x="0" y="0"/>
          <a:chExt cx="0" cy="0"/>
        </a:xfrm>
      </p:grpSpPr>
      <p:pic>
        <p:nvPicPr>
          <p:cNvPr id="3" name="Picture 4" descr="This may contain: an abstract blue and white background with wavy lines on the bottom right corner, in front of a plain white circle">
            <a:extLst>
              <a:ext uri="{FF2B5EF4-FFF2-40B4-BE49-F238E27FC236}">
                <a16:creationId xmlns:a16="http://schemas.microsoft.com/office/drawing/2014/main" id="{291EAC51-ED75-96DC-D08E-0FB1E39EE9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41" y="9832"/>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EC2DABB-D361-DA77-1496-DBB10AC15A2D}"/>
              </a:ext>
            </a:extLst>
          </p:cNvPr>
          <p:cNvSpPr txBox="1"/>
          <p:nvPr/>
        </p:nvSpPr>
        <p:spPr>
          <a:xfrm>
            <a:off x="589935" y="373627"/>
            <a:ext cx="5771132" cy="584775"/>
          </a:xfrm>
          <a:prstGeom prst="rect">
            <a:avLst/>
          </a:prstGeom>
          <a:noFill/>
        </p:spPr>
        <p:txBody>
          <a:bodyPr wrap="none" rtlCol="0">
            <a:spAutoFit/>
          </a:bodyPr>
          <a:lstStyle/>
          <a:p>
            <a:r>
              <a:rPr lang="en-US" sz="3200" b="1" dirty="0">
                <a:latin typeface="+mj-lt"/>
              </a:rPr>
              <a:t> Which loan grade is more risky?</a:t>
            </a:r>
            <a:endParaRPr lang="en-IN" sz="3200" b="1" dirty="0">
              <a:latin typeface="+mj-lt"/>
            </a:endParaRPr>
          </a:p>
        </p:txBody>
      </p:sp>
      <p:pic>
        <p:nvPicPr>
          <p:cNvPr id="10" name="Picture 9">
            <a:extLst>
              <a:ext uri="{FF2B5EF4-FFF2-40B4-BE49-F238E27FC236}">
                <a16:creationId xmlns:a16="http://schemas.microsoft.com/office/drawing/2014/main" id="{AC777E1C-AA0C-4294-29FC-5598D71847CB}"/>
              </a:ext>
            </a:extLst>
          </p:cNvPr>
          <p:cNvPicPr>
            <a:picLocks noChangeAspect="1"/>
          </p:cNvPicPr>
          <p:nvPr/>
        </p:nvPicPr>
        <p:blipFill>
          <a:blip r:embed="rId3"/>
          <a:srcRect r="49888" b="18907"/>
          <a:stretch>
            <a:fillRect/>
          </a:stretch>
        </p:blipFill>
        <p:spPr>
          <a:xfrm>
            <a:off x="877389" y="1270474"/>
            <a:ext cx="2416417" cy="2741087"/>
          </a:xfrm>
          <a:prstGeom prst="rect">
            <a:avLst/>
          </a:prstGeom>
          <a:ln>
            <a:solidFill>
              <a:schemeClr val="tx1"/>
            </a:solidFill>
          </a:ln>
        </p:spPr>
      </p:pic>
      <p:sp>
        <p:nvSpPr>
          <p:cNvPr id="13" name="Rectangle 1">
            <a:extLst>
              <a:ext uri="{FF2B5EF4-FFF2-40B4-BE49-F238E27FC236}">
                <a16:creationId xmlns:a16="http://schemas.microsoft.com/office/drawing/2014/main" id="{D04E58C1-2AAB-5528-B643-1A95A9137DB2}"/>
              </a:ext>
            </a:extLst>
          </p:cNvPr>
          <p:cNvSpPr>
            <a:spLocks noChangeArrowheads="1"/>
          </p:cNvSpPr>
          <p:nvPr/>
        </p:nvSpPr>
        <p:spPr bwMode="auto">
          <a:xfrm>
            <a:off x="4375355" y="1231499"/>
            <a:ext cx="619432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Sub-grades </a:t>
            </a:r>
            <a:r>
              <a:rPr kumimoji="0" lang="en-US" altLang="en-US" sz="1800" b="1" i="0" u="none" strike="noStrike" cap="none" normalizeH="0" baseline="0" dirty="0">
                <a:ln>
                  <a:noFill/>
                </a:ln>
                <a:solidFill>
                  <a:schemeClr val="tx1"/>
                </a:solidFill>
                <a:effectLst/>
                <a:latin typeface="Arial" panose="020B0604020202020204" pitchFamily="34" charset="0"/>
              </a:rPr>
              <a:t>F5 and G-series</a:t>
            </a:r>
            <a:r>
              <a:rPr kumimoji="0" lang="en-US" altLang="en-US" sz="1800" b="0" i="0" u="none" strike="noStrike" cap="none" normalizeH="0" baseline="0" dirty="0">
                <a:ln>
                  <a:noFill/>
                </a:ln>
                <a:solidFill>
                  <a:schemeClr val="tx1"/>
                </a:solidFill>
                <a:effectLst/>
                <a:latin typeface="Arial" panose="020B0604020202020204" pitchFamily="34" charset="0"/>
              </a:rPr>
              <a:t> show </a:t>
            </a:r>
            <a:r>
              <a:rPr kumimoji="0" lang="en-US" altLang="en-US" sz="1800" b="1" i="0" u="none" strike="noStrike" cap="none" normalizeH="0" baseline="0" dirty="0">
                <a:ln>
                  <a:noFill/>
                </a:ln>
                <a:solidFill>
                  <a:schemeClr val="tx1"/>
                </a:solidFill>
                <a:effectLst/>
                <a:latin typeface="Arial" panose="020B0604020202020204" pitchFamily="34" charset="0"/>
              </a:rPr>
              <a:t>very high default  </a:t>
            </a:r>
          </a:p>
          <a:p>
            <a:pPr marL="0" marR="0" lvl="0" indent="0" algn="l" defTabSz="914400" rtl="0" eaLnBrk="0" fontAlgn="base" latinLnBrk="0" hangingPunct="0">
              <a:lnSpc>
                <a:spcPct val="100000"/>
              </a:lnSpc>
              <a:spcBef>
                <a:spcPct val="0"/>
              </a:spcBef>
              <a:spcAft>
                <a:spcPct val="0"/>
              </a:spcAft>
              <a:buClrTx/>
              <a:buSzTx/>
              <a:tabLst/>
            </a:pPr>
            <a:r>
              <a:rPr lang="en-US" altLang="en-US" b="1" dirty="0">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rates (~46%)</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Indicates </a:t>
            </a:r>
            <a:r>
              <a:rPr kumimoji="0" lang="en-US" altLang="en-US" sz="1800" b="1" i="0" u="none" strike="noStrike" cap="none" normalizeH="0" baseline="0" dirty="0">
                <a:ln>
                  <a:noFill/>
                </a:ln>
                <a:solidFill>
                  <a:schemeClr val="tx1"/>
                </a:solidFill>
                <a:effectLst/>
                <a:latin typeface="Arial" panose="020B0604020202020204" pitchFamily="34" charset="0"/>
              </a:rPr>
              <a:t>significantly higher credit risk</a:t>
            </a:r>
            <a:r>
              <a:rPr kumimoji="0" lang="en-US" altLang="en-US" sz="1800" b="0" i="0" u="none" strike="noStrike" cap="none" normalizeH="0" baseline="0" dirty="0">
                <a:ln>
                  <a:noFill/>
                </a:ln>
                <a:solidFill>
                  <a:schemeClr val="tx1"/>
                </a:solidFill>
                <a:effectLst/>
                <a:latin typeface="Arial" panose="020B0604020202020204" pitchFamily="34" charset="0"/>
              </a:rPr>
              <a:t> in lower-grade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segments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These borrowers have </a:t>
            </a:r>
            <a:r>
              <a:rPr kumimoji="0" lang="en-US" altLang="en-US" sz="1800" b="1" i="0" u="none" strike="noStrike" cap="none" normalizeH="0" baseline="0" dirty="0">
                <a:ln>
                  <a:noFill/>
                </a:ln>
                <a:solidFill>
                  <a:schemeClr val="tx1"/>
                </a:solidFill>
                <a:effectLst/>
                <a:latin typeface="Arial" panose="020B0604020202020204" pitchFamily="34" charset="0"/>
              </a:rPr>
              <a:t>lower repayment reliability</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Highlights need for </a:t>
            </a:r>
            <a:r>
              <a:rPr kumimoji="0" lang="en-US" altLang="en-US" sz="1800" b="1" i="0" u="none" strike="noStrike" cap="none" normalizeH="0" baseline="0" dirty="0">
                <a:ln>
                  <a:noFill/>
                </a:ln>
                <a:solidFill>
                  <a:schemeClr val="tx1"/>
                </a:solidFill>
                <a:effectLst/>
                <a:latin typeface="Arial" panose="020B0604020202020204" pitchFamily="34" charset="0"/>
              </a:rPr>
              <a:t>stricter credit evaluation</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896192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E07DD-E26B-23DF-E461-856D5FF89921}"/>
            </a:ext>
          </a:extLst>
        </p:cNvPr>
        <p:cNvGrpSpPr/>
        <p:nvPr/>
      </p:nvGrpSpPr>
      <p:grpSpPr>
        <a:xfrm>
          <a:off x="0" y="0"/>
          <a:ext cx="0" cy="0"/>
          <a:chOff x="0" y="0"/>
          <a:chExt cx="0" cy="0"/>
        </a:xfrm>
      </p:grpSpPr>
      <p:pic>
        <p:nvPicPr>
          <p:cNvPr id="3" name="Picture 4" descr="This may contain: an abstract blue and white background with wavy lines on the bottom right corner, in front of a plain white circle">
            <a:extLst>
              <a:ext uri="{FF2B5EF4-FFF2-40B4-BE49-F238E27FC236}">
                <a16:creationId xmlns:a16="http://schemas.microsoft.com/office/drawing/2014/main" id="{F6F8A74A-2C91-1D71-BAC4-A55A4B5454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30" y="-9832"/>
            <a:ext cx="12191999" cy="704481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4FE9F4B-7434-6789-4517-0EF770B724C4}"/>
              </a:ext>
            </a:extLst>
          </p:cNvPr>
          <p:cNvSpPr txBox="1"/>
          <p:nvPr/>
        </p:nvSpPr>
        <p:spPr>
          <a:xfrm>
            <a:off x="248076" y="503175"/>
            <a:ext cx="10233111" cy="954107"/>
          </a:xfrm>
          <a:prstGeom prst="rect">
            <a:avLst/>
          </a:prstGeom>
          <a:noFill/>
        </p:spPr>
        <p:txBody>
          <a:bodyPr wrap="square" rtlCol="0">
            <a:spAutoFit/>
          </a:bodyPr>
          <a:lstStyle/>
          <a:p>
            <a:r>
              <a:rPr lang="en-US" sz="2800" b="1" dirty="0">
                <a:latin typeface="+mj-lt"/>
              </a:rPr>
              <a:t>How does profitability vary across different loan grades relative to their risk levels?</a:t>
            </a:r>
            <a:endParaRPr lang="en-IN" sz="2800" b="1" dirty="0">
              <a:latin typeface="+mj-lt"/>
            </a:endParaRPr>
          </a:p>
        </p:txBody>
      </p:sp>
      <p:pic>
        <p:nvPicPr>
          <p:cNvPr id="6" name="Picture 5">
            <a:extLst>
              <a:ext uri="{FF2B5EF4-FFF2-40B4-BE49-F238E27FC236}">
                <a16:creationId xmlns:a16="http://schemas.microsoft.com/office/drawing/2014/main" id="{60F6ECEE-2FD5-6F8A-4F5F-BC6057BEEC72}"/>
              </a:ext>
            </a:extLst>
          </p:cNvPr>
          <p:cNvPicPr>
            <a:picLocks noChangeAspect="1"/>
          </p:cNvPicPr>
          <p:nvPr/>
        </p:nvPicPr>
        <p:blipFill>
          <a:blip r:embed="rId3"/>
          <a:stretch>
            <a:fillRect/>
          </a:stretch>
        </p:blipFill>
        <p:spPr>
          <a:xfrm>
            <a:off x="599502" y="1744300"/>
            <a:ext cx="4542769" cy="2365584"/>
          </a:xfrm>
          <a:prstGeom prst="rect">
            <a:avLst/>
          </a:prstGeom>
          <a:ln>
            <a:solidFill>
              <a:schemeClr val="tx1"/>
            </a:solidFill>
          </a:ln>
        </p:spPr>
      </p:pic>
      <p:sp>
        <p:nvSpPr>
          <p:cNvPr id="11" name="TextBox 10">
            <a:extLst>
              <a:ext uri="{FF2B5EF4-FFF2-40B4-BE49-F238E27FC236}">
                <a16:creationId xmlns:a16="http://schemas.microsoft.com/office/drawing/2014/main" id="{9194D511-CAC7-2A18-E2BB-4C8AB564F1EF}"/>
              </a:ext>
            </a:extLst>
          </p:cNvPr>
          <p:cNvSpPr txBox="1"/>
          <p:nvPr/>
        </p:nvSpPr>
        <p:spPr>
          <a:xfrm>
            <a:off x="5958615" y="1744300"/>
            <a:ext cx="4414683" cy="2585323"/>
          </a:xfrm>
          <a:prstGeom prst="rect">
            <a:avLst/>
          </a:prstGeom>
          <a:noFill/>
        </p:spPr>
        <p:txBody>
          <a:bodyPr wrap="square" rtlCol="0">
            <a:spAutoFit/>
          </a:bodyPr>
          <a:lstStyle/>
          <a:p>
            <a:pPr marL="285750" indent="-28575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latin typeface="Arial" panose="020B0604020202020204" pitchFamily="34" charset="0"/>
              </a:rPr>
              <a:t>Mid-grade loans (B, C, D)</a:t>
            </a:r>
            <a:r>
              <a:rPr kumimoji="0" lang="en-US" altLang="en-US" b="0" i="0" u="none" strike="noStrike" cap="none" normalizeH="0" baseline="0" dirty="0">
                <a:ln>
                  <a:noFill/>
                </a:ln>
                <a:solidFill>
                  <a:schemeClr val="tx1"/>
                </a:solidFill>
                <a:effectLst/>
                <a:latin typeface="Arial" panose="020B0604020202020204" pitchFamily="34" charset="0"/>
              </a:rPr>
              <a:t> generate the </a:t>
            </a:r>
            <a:r>
              <a:rPr kumimoji="0" lang="en-US" altLang="en-US" b="1" i="0" u="none" strike="noStrike" cap="none" normalizeH="0" baseline="0" dirty="0">
                <a:ln>
                  <a:noFill/>
                </a:ln>
                <a:solidFill>
                  <a:schemeClr val="tx1"/>
                </a:solidFill>
                <a:effectLst/>
                <a:latin typeface="Arial" panose="020B0604020202020204" pitchFamily="34" charset="0"/>
              </a:rPr>
              <a:t>highest profits</a:t>
            </a:r>
            <a:r>
              <a:rPr kumimoji="0" lang="en-US" altLang="en-US" b="0" i="0" u="none" strike="noStrike" cap="none" normalizeH="0" baseline="0" dirty="0">
                <a:ln>
                  <a:noFill/>
                </a:ln>
                <a:solidFill>
                  <a:schemeClr val="tx1"/>
                </a:solidFill>
                <a:effectLst/>
                <a:latin typeface="Arial" panose="020B0604020202020204" pitchFamily="34" charset="0"/>
              </a:rPr>
              <a:t> </a:t>
            </a:r>
          </a:p>
          <a:p>
            <a:pPr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These segments also have </a:t>
            </a:r>
            <a:r>
              <a:rPr lang="en-US" altLang="en-US" b="1" dirty="0">
                <a:latin typeface="Arial" panose="020B0604020202020204" pitchFamily="34" charset="0"/>
              </a:rPr>
              <a:t>relatively lower default risk</a:t>
            </a:r>
            <a:r>
              <a:rPr lang="en-US" altLang="en-US" dirty="0">
                <a:latin typeface="Arial" panose="020B0604020202020204" pitchFamily="34" charset="0"/>
              </a:rPr>
              <a:t> </a:t>
            </a:r>
          </a:p>
          <a:p>
            <a:pPr lvl="0" eaLnBrk="0" fontAlgn="base" hangingPunct="0">
              <a:spcBef>
                <a:spcPct val="0"/>
              </a:spcBef>
              <a:spcAft>
                <a:spcPct val="0"/>
              </a:spcAft>
            </a:pPr>
            <a:endParaRPr lang="en-US" altLang="en-US"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Indicate a </a:t>
            </a:r>
            <a:r>
              <a:rPr lang="en-US" altLang="en-US" b="1" dirty="0">
                <a:latin typeface="Arial" panose="020B0604020202020204" pitchFamily="34" charset="0"/>
              </a:rPr>
              <a:t>strong balance between risk and return</a:t>
            </a:r>
            <a:r>
              <a:rPr lang="en-US" altLang="en-US" dirty="0">
                <a:latin typeface="Arial" panose="020B0604020202020204" pitchFamily="34" charset="0"/>
              </a:rPr>
              <a:t> </a:t>
            </a:r>
          </a:p>
          <a:p>
            <a:endParaRPr lang="en-IN" dirty="0"/>
          </a:p>
        </p:txBody>
      </p:sp>
    </p:spTree>
    <p:extLst>
      <p:ext uri="{BB962C8B-B14F-4D97-AF65-F5344CB8AC3E}">
        <p14:creationId xmlns:p14="http://schemas.microsoft.com/office/powerpoint/2010/main" val="2198236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D0BF6-87A9-5C1A-0695-10A217BC9570}"/>
            </a:ext>
          </a:extLst>
        </p:cNvPr>
        <p:cNvGrpSpPr/>
        <p:nvPr/>
      </p:nvGrpSpPr>
      <p:grpSpPr>
        <a:xfrm>
          <a:off x="0" y="0"/>
          <a:ext cx="0" cy="0"/>
          <a:chOff x="0" y="0"/>
          <a:chExt cx="0" cy="0"/>
        </a:xfrm>
      </p:grpSpPr>
      <p:pic>
        <p:nvPicPr>
          <p:cNvPr id="2" name="Picture 2" descr="This may contain: an abstract blue and white background with vertical lines in the center, as well as diagonal shapes">
            <a:extLst>
              <a:ext uri="{FF2B5EF4-FFF2-40B4-BE49-F238E27FC236}">
                <a16:creationId xmlns:a16="http://schemas.microsoft.com/office/drawing/2014/main" id="{F7587026-B6A9-3930-0421-7A44748A83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09" y="0"/>
            <a:ext cx="12211509" cy="6858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This may contain: an abstract blue and white background with wavy lines on the bottom right corner, in front of a plain white circle">
            <a:extLst>
              <a:ext uri="{FF2B5EF4-FFF2-40B4-BE49-F238E27FC236}">
                <a16:creationId xmlns:a16="http://schemas.microsoft.com/office/drawing/2014/main" id="{47F98D40-D782-80CD-27BA-35394A9F40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9833"/>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2F84CE3-4B93-5218-8373-8FE9FC162A36}"/>
              </a:ext>
            </a:extLst>
          </p:cNvPr>
          <p:cNvSpPr txBox="1"/>
          <p:nvPr/>
        </p:nvSpPr>
        <p:spPr>
          <a:xfrm>
            <a:off x="934065" y="589936"/>
            <a:ext cx="7619906" cy="523220"/>
          </a:xfrm>
          <a:prstGeom prst="rect">
            <a:avLst/>
          </a:prstGeom>
          <a:noFill/>
        </p:spPr>
        <p:txBody>
          <a:bodyPr wrap="none" rtlCol="0">
            <a:spAutoFit/>
          </a:bodyPr>
          <a:lstStyle/>
          <a:p>
            <a:r>
              <a:rPr lang="en-US" sz="2800" b="1" dirty="0">
                <a:latin typeface="+mj-lt"/>
              </a:rPr>
              <a:t> Which income group takes higher loan amounts?</a:t>
            </a:r>
            <a:endParaRPr lang="en-IN" sz="2800" b="1" dirty="0">
              <a:latin typeface="+mj-lt"/>
            </a:endParaRPr>
          </a:p>
        </p:txBody>
      </p:sp>
      <p:pic>
        <p:nvPicPr>
          <p:cNvPr id="6" name="Picture 5">
            <a:extLst>
              <a:ext uri="{FF2B5EF4-FFF2-40B4-BE49-F238E27FC236}">
                <a16:creationId xmlns:a16="http://schemas.microsoft.com/office/drawing/2014/main" id="{0FB32028-814F-E753-871C-AC438B930D7B}"/>
              </a:ext>
            </a:extLst>
          </p:cNvPr>
          <p:cNvPicPr>
            <a:picLocks noChangeAspect="1"/>
          </p:cNvPicPr>
          <p:nvPr/>
        </p:nvPicPr>
        <p:blipFill>
          <a:blip r:embed="rId4"/>
          <a:stretch>
            <a:fillRect/>
          </a:stretch>
        </p:blipFill>
        <p:spPr>
          <a:xfrm>
            <a:off x="1108328" y="1511281"/>
            <a:ext cx="5973660" cy="1642394"/>
          </a:xfrm>
          <a:prstGeom prst="rect">
            <a:avLst/>
          </a:prstGeom>
          <a:ln>
            <a:solidFill>
              <a:schemeClr val="tx1"/>
            </a:solidFill>
          </a:ln>
        </p:spPr>
      </p:pic>
      <p:sp>
        <p:nvSpPr>
          <p:cNvPr id="9" name="Rectangle 3">
            <a:extLst>
              <a:ext uri="{FF2B5EF4-FFF2-40B4-BE49-F238E27FC236}">
                <a16:creationId xmlns:a16="http://schemas.microsoft.com/office/drawing/2014/main" id="{E94B65A6-7160-DFB4-4F10-83A6DF735123}"/>
              </a:ext>
            </a:extLst>
          </p:cNvPr>
          <p:cNvSpPr>
            <a:spLocks noChangeArrowheads="1"/>
          </p:cNvSpPr>
          <p:nvPr/>
        </p:nvSpPr>
        <p:spPr bwMode="auto">
          <a:xfrm>
            <a:off x="580104" y="3613356"/>
            <a:ext cx="866221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High-income borrowers (&gt;100,000) take larger loan amounts on average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Show </a:t>
            </a:r>
            <a:r>
              <a:rPr kumimoji="0" lang="en-US" altLang="en-US" sz="1800" i="0" u="none" strike="noStrike" cap="none" normalizeH="0" baseline="0" dirty="0">
                <a:ln>
                  <a:noFill/>
                </a:ln>
                <a:solidFill>
                  <a:schemeClr val="tx1"/>
                </a:solidFill>
                <a:effectLst/>
                <a:latin typeface="Arial" panose="020B0604020202020204" pitchFamily="34" charset="0"/>
              </a:rPr>
              <a:t>greater borrowing capacity </a:t>
            </a:r>
            <a:r>
              <a:rPr kumimoji="0" lang="en-US" altLang="en-US" sz="1800" b="0" i="0" u="none" strike="noStrike" cap="none" normalizeH="0" baseline="0" dirty="0">
                <a:ln>
                  <a:noFill/>
                </a:ln>
                <a:solidFill>
                  <a:schemeClr val="tx1"/>
                </a:solidFill>
                <a:effectLst/>
                <a:latin typeface="Arial" panose="020B0604020202020204" pitchFamily="34" charset="0"/>
              </a:rPr>
              <a:t>compared to medium and low-income groups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Indicate </a:t>
            </a:r>
            <a:r>
              <a:rPr kumimoji="0" lang="en-US" altLang="en-US" sz="1800" i="0" u="none" strike="noStrike" cap="none" normalizeH="0" baseline="0" dirty="0">
                <a:ln>
                  <a:noFill/>
                </a:ln>
                <a:solidFill>
                  <a:schemeClr val="tx1"/>
                </a:solidFill>
                <a:effectLst/>
                <a:latin typeface="Arial" panose="020B0604020202020204" pitchFamily="34" charset="0"/>
              </a:rPr>
              <a:t>higher financial stability and repayment ability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Suggest banks can </a:t>
            </a:r>
            <a:r>
              <a:rPr kumimoji="0" lang="en-US" altLang="en-US" sz="1800" i="0" u="none" strike="noStrike" cap="none" normalizeH="0" baseline="0" dirty="0">
                <a:ln>
                  <a:noFill/>
                </a:ln>
                <a:solidFill>
                  <a:schemeClr val="tx1"/>
                </a:solidFill>
                <a:effectLst/>
                <a:latin typeface="Arial" panose="020B0604020202020204" pitchFamily="34" charset="0"/>
              </a:rPr>
              <a:t>safely lend higher amounts </a:t>
            </a:r>
            <a:r>
              <a:rPr kumimoji="0" lang="en-US" altLang="en-US" sz="1800" b="0" i="0" u="none" strike="noStrike" cap="none" normalizeH="0" baseline="0" dirty="0">
                <a:ln>
                  <a:noFill/>
                </a:ln>
                <a:solidFill>
                  <a:schemeClr val="tx1"/>
                </a:solidFill>
                <a:effectLst/>
                <a:latin typeface="Arial" panose="020B0604020202020204" pitchFamily="34" charset="0"/>
              </a:rPr>
              <a:t>to this segment </a:t>
            </a:r>
          </a:p>
        </p:txBody>
      </p:sp>
    </p:spTree>
    <p:extLst>
      <p:ext uri="{BB962C8B-B14F-4D97-AF65-F5344CB8AC3E}">
        <p14:creationId xmlns:p14="http://schemas.microsoft.com/office/powerpoint/2010/main" val="2682582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F084F-C581-A559-6F07-A5EC62C6FF9A}"/>
            </a:ext>
          </a:extLst>
        </p:cNvPr>
        <p:cNvGrpSpPr/>
        <p:nvPr/>
      </p:nvGrpSpPr>
      <p:grpSpPr>
        <a:xfrm>
          <a:off x="0" y="0"/>
          <a:ext cx="0" cy="0"/>
          <a:chOff x="0" y="0"/>
          <a:chExt cx="0" cy="0"/>
        </a:xfrm>
      </p:grpSpPr>
      <p:pic>
        <p:nvPicPr>
          <p:cNvPr id="2" name="Picture 2" descr="This may contain: an abstract blue and white background with vertical lines in the center, as well as diagonal shapes">
            <a:extLst>
              <a:ext uri="{FF2B5EF4-FFF2-40B4-BE49-F238E27FC236}">
                <a16:creationId xmlns:a16="http://schemas.microsoft.com/office/drawing/2014/main" id="{2A48A0CA-EA7A-7082-E292-EE9D1CC41C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09" y="0"/>
            <a:ext cx="12211509" cy="6858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This may contain: an abstract blue and white background with wavy lines on the bottom right corner, in front of a plain white circle">
            <a:extLst>
              <a:ext uri="{FF2B5EF4-FFF2-40B4-BE49-F238E27FC236}">
                <a16:creationId xmlns:a16="http://schemas.microsoft.com/office/drawing/2014/main" id="{C0846B3E-C8EF-922E-D6EF-95BE7F12AA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5"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C19F8C9-D2CC-97E0-10B4-564DF8CE4C73}"/>
              </a:ext>
            </a:extLst>
          </p:cNvPr>
          <p:cNvSpPr txBox="1"/>
          <p:nvPr/>
        </p:nvSpPr>
        <p:spPr>
          <a:xfrm>
            <a:off x="710423" y="452089"/>
            <a:ext cx="5385577" cy="523220"/>
          </a:xfrm>
          <a:prstGeom prst="rect">
            <a:avLst/>
          </a:prstGeom>
          <a:noFill/>
        </p:spPr>
        <p:txBody>
          <a:bodyPr wrap="none" rtlCol="0">
            <a:spAutoFit/>
          </a:bodyPr>
          <a:lstStyle/>
          <a:p>
            <a:r>
              <a:rPr lang="en-US" sz="2800" b="1" dirty="0">
                <a:latin typeface="+mj-lt"/>
              </a:rPr>
              <a:t>Which loan purpose is most risky?</a:t>
            </a:r>
            <a:endParaRPr lang="en-IN" sz="2800" b="1" dirty="0">
              <a:latin typeface="+mj-lt"/>
            </a:endParaRPr>
          </a:p>
        </p:txBody>
      </p:sp>
      <p:pic>
        <p:nvPicPr>
          <p:cNvPr id="6" name="Picture 5">
            <a:extLst>
              <a:ext uri="{FF2B5EF4-FFF2-40B4-BE49-F238E27FC236}">
                <a16:creationId xmlns:a16="http://schemas.microsoft.com/office/drawing/2014/main" id="{E6C4842A-4AE7-68A3-A123-E1D3792C02DB}"/>
              </a:ext>
            </a:extLst>
          </p:cNvPr>
          <p:cNvPicPr>
            <a:picLocks noChangeAspect="1"/>
          </p:cNvPicPr>
          <p:nvPr/>
        </p:nvPicPr>
        <p:blipFill>
          <a:blip r:embed="rId4"/>
          <a:stretch>
            <a:fillRect/>
          </a:stretch>
        </p:blipFill>
        <p:spPr>
          <a:xfrm>
            <a:off x="1012383" y="1288899"/>
            <a:ext cx="3229139" cy="4030353"/>
          </a:xfrm>
          <a:prstGeom prst="rect">
            <a:avLst/>
          </a:prstGeom>
          <a:ln>
            <a:solidFill>
              <a:schemeClr val="tx1"/>
            </a:solidFill>
          </a:ln>
        </p:spPr>
      </p:pic>
      <p:sp>
        <p:nvSpPr>
          <p:cNvPr id="7" name="Rectangle 1">
            <a:extLst>
              <a:ext uri="{FF2B5EF4-FFF2-40B4-BE49-F238E27FC236}">
                <a16:creationId xmlns:a16="http://schemas.microsoft.com/office/drawing/2014/main" id="{49013AAA-A94F-EF25-5DC4-E5A5CA985B7B}"/>
              </a:ext>
            </a:extLst>
          </p:cNvPr>
          <p:cNvSpPr>
            <a:spLocks noChangeArrowheads="1"/>
          </p:cNvSpPr>
          <p:nvPr/>
        </p:nvSpPr>
        <p:spPr bwMode="auto">
          <a:xfrm>
            <a:off x="5535561" y="1427398"/>
            <a:ext cx="534874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Small business loans</a:t>
            </a:r>
            <a:r>
              <a:rPr kumimoji="0" lang="en-US" altLang="en-US" sz="1800" b="0" i="0" u="none" strike="noStrike" cap="none" normalizeH="0" baseline="0" dirty="0">
                <a:ln>
                  <a:noFill/>
                </a:ln>
                <a:solidFill>
                  <a:schemeClr val="tx1"/>
                </a:solidFill>
                <a:effectLst/>
                <a:latin typeface="Arial" panose="020B0604020202020204" pitchFamily="34" charset="0"/>
              </a:rPr>
              <a:t> have the </a:t>
            </a:r>
            <a:r>
              <a:rPr kumimoji="0" lang="en-US" altLang="en-US" sz="1800" b="1" i="0" u="none" strike="noStrike" cap="none" normalizeH="0" baseline="0" dirty="0">
                <a:ln>
                  <a:noFill/>
                </a:ln>
                <a:solidFill>
                  <a:schemeClr val="tx1"/>
                </a:solidFill>
                <a:effectLst/>
                <a:latin typeface="Arial" panose="020B0604020202020204" pitchFamily="34" charset="0"/>
              </a:rPr>
              <a:t>highest </a:t>
            </a:r>
            <a:endParaRPr lang="en-US" altLang="en-US" b="1" dirty="0">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  default rate (~25.6%)</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Followed by </a:t>
            </a:r>
            <a:r>
              <a:rPr kumimoji="0" lang="en-US" altLang="en-US" sz="1800" b="1" i="0" u="none" strike="noStrike" cap="none" normalizeH="0" baseline="0" dirty="0">
                <a:ln>
                  <a:noFill/>
                </a:ln>
                <a:solidFill>
                  <a:schemeClr val="tx1"/>
                </a:solidFill>
                <a:effectLst/>
                <a:latin typeface="Arial" panose="020B0604020202020204" pitchFamily="34" charset="0"/>
              </a:rPr>
              <a:t>renewable energy loans (~18%)</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Indicates these categories </a:t>
            </a:r>
            <a:r>
              <a:rPr kumimoji="0" lang="en-US" altLang="en-US" sz="1800" i="0" u="none" strike="noStrike" cap="none" normalizeH="0" baseline="0" dirty="0">
                <a:ln>
                  <a:noFill/>
                </a:ln>
                <a:solidFill>
                  <a:schemeClr val="tx1"/>
                </a:solidFill>
                <a:effectLst/>
                <a:latin typeface="Arial" panose="020B0604020202020204" pitchFamily="34" charset="0"/>
              </a:rPr>
              <a:t>carry significantly </a:t>
            </a:r>
          </a:p>
          <a:p>
            <a:pPr marL="0" marR="0" lvl="0" indent="0" defTabSz="914400" rtl="0" eaLnBrk="0" fontAlgn="base" latinLnBrk="0" hangingPunct="0">
              <a:lnSpc>
                <a:spcPct val="100000"/>
              </a:lnSpc>
              <a:spcBef>
                <a:spcPct val="0"/>
              </a:spcBef>
              <a:spcAft>
                <a:spcPct val="0"/>
              </a:spcAft>
              <a:buClrTx/>
              <a:buSzTx/>
              <a:tabLst/>
            </a:pPr>
            <a:r>
              <a:rPr lang="en-US" altLang="en-US" dirty="0">
                <a:latin typeface="Arial" panose="020B0604020202020204" pitchFamily="34" charset="0"/>
              </a:rPr>
              <a:t>  </a:t>
            </a:r>
            <a:r>
              <a:rPr kumimoji="0" lang="en-US" altLang="en-US" sz="1800" i="0" u="none" strike="noStrike" cap="none" normalizeH="0" baseline="0" dirty="0">
                <a:ln>
                  <a:noFill/>
                </a:ln>
                <a:solidFill>
                  <a:schemeClr val="tx1"/>
                </a:solidFill>
                <a:effectLst/>
                <a:latin typeface="Arial" panose="020B0604020202020204" pitchFamily="34" charset="0"/>
              </a:rPr>
              <a:t>higher financial risk </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Business-related loans show </a:t>
            </a:r>
            <a:r>
              <a:rPr kumimoji="0" lang="en-US" altLang="en-US" sz="1800" i="0" u="none" strike="noStrike" cap="none" normalizeH="0" baseline="0" dirty="0">
                <a:ln>
                  <a:noFill/>
                </a:ln>
                <a:solidFill>
                  <a:schemeClr val="tx1"/>
                </a:solidFill>
                <a:effectLst/>
                <a:latin typeface="Arial" panose="020B0604020202020204" pitchFamily="34" charset="0"/>
              </a:rPr>
              <a:t>greater </a:t>
            </a:r>
          </a:p>
          <a:p>
            <a:pPr marL="0" marR="0" lvl="0" indent="0" defTabSz="914400" rtl="0" eaLnBrk="0" fontAlgn="base" latinLnBrk="0" hangingPunct="0">
              <a:lnSpc>
                <a:spcPct val="100000"/>
              </a:lnSpc>
              <a:spcBef>
                <a:spcPct val="0"/>
              </a:spcBef>
              <a:spcAft>
                <a:spcPct val="0"/>
              </a:spcAft>
              <a:buClrTx/>
              <a:buSzTx/>
              <a:tabLst/>
            </a:pPr>
            <a:r>
              <a:rPr lang="en-US" altLang="en-US" dirty="0">
                <a:latin typeface="Arial" panose="020B0604020202020204" pitchFamily="34" charset="0"/>
              </a:rPr>
              <a:t>  </a:t>
            </a:r>
            <a:r>
              <a:rPr kumimoji="0" lang="en-US" altLang="en-US" sz="1800" i="0" u="none" strike="noStrike" cap="none" normalizeH="0" baseline="0" dirty="0">
                <a:ln>
                  <a:noFill/>
                </a:ln>
                <a:solidFill>
                  <a:schemeClr val="tx1"/>
                </a:solidFill>
                <a:effectLst/>
                <a:latin typeface="Arial" panose="020B0604020202020204" pitchFamily="34" charset="0"/>
              </a:rPr>
              <a:t>uncertainty in repayment capacity </a:t>
            </a:r>
          </a:p>
        </p:txBody>
      </p:sp>
    </p:spTree>
    <p:extLst>
      <p:ext uri="{BB962C8B-B14F-4D97-AF65-F5344CB8AC3E}">
        <p14:creationId xmlns:p14="http://schemas.microsoft.com/office/powerpoint/2010/main" val="3306917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59E47-4703-BCF9-63C2-4DAD694953FF}"/>
            </a:ext>
          </a:extLst>
        </p:cNvPr>
        <p:cNvGrpSpPr/>
        <p:nvPr/>
      </p:nvGrpSpPr>
      <p:grpSpPr>
        <a:xfrm>
          <a:off x="0" y="0"/>
          <a:ext cx="0" cy="0"/>
          <a:chOff x="0" y="0"/>
          <a:chExt cx="0" cy="0"/>
        </a:xfrm>
      </p:grpSpPr>
      <p:pic>
        <p:nvPicPr>
          <p:cNvPr id="2" name="Picture 2" descr="This may contain: an abstract blue and white background with vertical lines in the center, as well as diagonal shapes">
            <a:extLst>
              <a:ext uri="{FF2B5EF4-FFF2-40B4-BE49-F238E27FC236}">
                <a16:creationId xmlns:a16="http://schemas.microsoft.com/office/drawing/2014/main" id="{A3F8DE14-E53E-4AA0-6D0F-D8E0B7A76F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09" y="0"/>
            <a:ext cx="12211509" cy="6858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This may contain: an abstract blue and white background with wavy lines on the bottom right corner, in front of a plain white circle">
            <a:extLst>
              <a:ext uri="{FF2B5EF4-FFF2-40B4-BE49-F238E27FC236}">
                <a16:creationId xmlns:a16="http://schemas.microsoft.com/office/drawing/2014/main" id="{6B932B51-F1F6-7D10-24F3-EBBEC7EE72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9664"/>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AACEF67-742E-BC7F-E218-01971D7C0791}"/>
              </a:ext>
            </a:extLst>
          </p:cNvPr>
          <p:cNvSpPr txBox="1"/>
          <p:nvPr/>
        </p:nvSpPr>
        <p:spPr>
          <a:xfrm>
            <a:off x="580104" y="432621"/>
            <a:ext cx="9162124" cy="523220"/>
          </a:xfrm>
          <a:prstGeom prst="rect">
            <a:avLst/>
          </a:prstGeom>
          <a:noFill/>
        </p:spPr>
        <p:txBody>
          <a:bodyPr wrap="none" rtlCol="0">
            <a:spAutoFit/>
          </a:bodyPr>
          <a:lstStyle/>
          <a:p>
            <a:r>
              <a:rPr lang="en-US" sz="2800" b="1" dirty="0">
                <a:latin typeface="+mj-lt"/>
              </a:rPr>
              <a:t> Do loans with higher interest rate have higher default rates?</a:t>
            </a:r>
            <a:endParaRPr lang="en-IN" sz="2800" b="1" dirty="0">
              <a:latin typeface="+mj-lt"/>
            </a:endParaRPr>
          </a:p>
        </p:txBody>
      </p:sp>
      <p:pic>
        <p:nvPicPr>
          <p:cNvPr id="6" name="Picture 5">
            <a:extLst>
              <a:ext uri="{FF2B5EF4-FFF2-40B4-BE49-F238E27FC236}">
                <a16:creationId xmlns:a16="http://schemas.microsoft.com/office/drawing/2014/main" id="{3B9B15DD-4BDE-27D2-A0BC-6030CE33631E}"/>
              </a:ext>
            </a:extLst>
          </p:cNvPr>
          <p:cNvPicPr>
            <a:picLocks noChangeAspect="1"/>
          </p:cNvPicPr>
          <p:nvPr/>
        </p:nvPicPr>
        <p:blipFill>
          <a:blip r:embed="rId4"/>
          <a:stretch>
            <a:fillRect/>
          </a:stretch>
        </p:blipFill>
        <p:spPr>
          <a:xfrm>
            <a:off x="896442" y="1406219"/>
            <a:ext cx="5897648" cy="1737164"/>
          </a:xfrm>
          <a:prstGeom prst="rect">
            <a:avLst/>
          </a:prstGeom>
          <a:ln>
            <a:solidFill>
              <a:schemeClr val="tx1"/>
            </a:solidFill>
          </a:ln>
        </p:spPr>
      </p:pic>
      <p:sp>
        <p:nvSpPr>
          <p:cNvPr id="7" name="Rectangle 1">
            <a:extLst>
              <a:ext uri="{FF2B5EF4-FFF2-40B4-BE49-F238E27FC236}">
                <a16:creationId xmlns:a16="http://schemas.microsoft.com/office/drawing/2014/main" id="{879350CD-204D-288B-BF87-B188858CAB45}"/>
              </a:ext>
            </a:extLst>
          </p:cNvPr>
          <p:cNvSpPr>
            <a:spLocks noChangeArrowheads="1"/>
          </p:cNvSpPr>
          <p:nvPr/>
        </p:nvSpPr>
        <p:spPr bwMode="auto">
          <a:xfrm>
            <a:off x="444158" y="3143383"/>
            <a:ext cx="1098092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Loans with </a:t>
            </a:r>
            <a:r>
              <a:rPr kumimoji="0" lang="en-US" altLang="en-US" sz="1800" b="1" i="0" u="none" strike="noStrike" cap="none" normalizeH="0" baseline="0" dirty="0">
                <a:ln>
                  <a:noFill/>
                </a:ln>
                <a:solidFill>
                  <a:schemeClr val="tx1"/>
                </a:solidFill>
                <a:effectLst/>
                <a:latin typeface="Arial" panose="020B0604020202020204" pitchFamily="34" charset="0"/>
              </a:rPr>
              <a:t>high interest rates (&gt;15%)</a:t>
            </a:r>
            <a:r>
              <a:rPr kumimoji="0" lang="en-US" altLang="en-US" sz="1800" b="0" i="0" u="none" strike="noStrike" cap="none" normalizeH="0" baseline="0" dirty="0">
                <a:ln>
                  <a:noFill/>
                </a:ln>
                <a:solidFill>
                  <a:schemeClr val="tx1"/>
                </a:solidFill>
                <a:effectLst/>
                <a:latin typeface="Arial" panose="020B0604020202020204" pitchFamily="34" charset="0"/>
              </a:rPr>
              <a:t> show the </a:t>
            </a:r>
            <a:r>
              <a:rPr kumimoji="0" lang="en-US" altLang="en-US" sz="1800" b="1" i="0" u="none" strike="noStrike" cap="none" normalizeH="0" baseline="0" dirty="0">
                <a:ln>
                  <a:noFill/>
                </a:ln>
                <a:solidFill>
                  <a:schemeClr val="tx1"/>
                </a:solidFill>
                <a:effectLst/>
                <a:latin typeface="Arial" panose="020B0604020202020204" pitchFamily="34" charset="0"/>
              </a:rPr>
              <a:t>highest default rate (~24%)</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Compared to: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Medium (10–15%) → ~14%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Low (&lt;10%) → ~6%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Indicates a </a:t>
            </a:r>
            <a:r>
              <a:rPr kumimoji="0" lang="en-US" altLang="en-US" sz="1800" i="0" u="none" strike="noStrike" cap="none" normalizeH="0" baseline="0" dirty="0">
                <a:ln>
                  <a:noFill/>
                </a:ln>
                <a:solidFill>
                  <a:schemeClr val="tx1"/>
                </a:solidFill>
                <a:effectLst/>
                <a:latin typeface="Arial" panose="020B0604020202020204" pitchFamily="34" charset="0"/>
              </a:rPr>
              <a:t>strong positive relationship between interest rate and default risk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Suggests higher interest is associated </a:t>
            </a:r>
            <a:r>
              <a:rPr kumimoji="0" lang="en-US" altLang="en-US" sz="1800" i="0" u="none" strike="noStrike" cap="none" normalizeH="0" baseline="0" dirty="0">
                <a:ln>
                  <a:noFill/>
                </a:ln>
                <a:solidFill>
                  <a:schemeClr val="tx1"/>
                </a:solidFill>
                <a:effectLst/>
                <a:latin typeface="Arial" panose="020B0604020202020204" pitchFamily="34" charset="0"/>
              </a:rPr>
              <a:t>with riskier borrowers </a:t>
            </a:r>
          </a:p>
        </p:txBody>
      </p:sp>
    </p:spTree>
    <p:extLst>
      <p:ext uri="{BB962C8B-B14F-4D97-AF65-F5344CB8AC3E}">
        <p14:creationId xmlns:p14="http://schemas.microsoft.com/office/powerpoint/2010/main" val="402155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24C81-6BE2-C32C-EF21-C71AA099B09E}"/>
            </a:ext>
          </a:extLst>
        </p:cNvPr>
        <p:cNvGrpSpPr/>
        <p:nvPr/>
      </p:nvGrpSpPr>
      <p:grpSpPr>
        <a:xfrm>
          <a:off x="0" y="0"/>
          <a:ext cx="0" cy="0"/>
          <a:chOff x="0" y="0"/>
          <a:chExt cx="0" cy="0"/>
        </a:xfrm>
      </p:grpSpPr>
      <p:pic>
        <p:nvPicPr>
          <p:cNvPr id="2" name="Picture 4" descr="This may contain: an abstract blue and white background with wavy lines on the bottom right corner, in front of a plain white circle">
            <a:extLst>
              <a:ext uri="{FF2B5EF4-FFF2-40B4-BE49-F238E27FC236}">
                <a16:creationId xmlns:a16="http://schemas.microsoft.com/office/drawing/2014/main" id="{B8908865-73A7-B488-1E46-2FC835329D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978C60C-DA31-2A5B-E8C1-A03B438F1851}"/>
              </a:ext>
            </a:extLst>
          </p:cNvPr>
          <p:cNvSpPr txBox="1"/>
          <p:nvPr/>
        </p:nvSpPr>
        <p:spPr>
          <a:xfrm>
            <a:off x="565358" y="259385"/>
            <a:ext cx="8278760" cy="584775"/>
          </a:xfrm>
          <a:prstGeom prst="rect">
            <a:avLst/>
          </a:prstGeom>
          <a:noFill/>
        </p:spPr>
        <p:txBody>
          <a:bodyPr wrap="square" rtlCol="0">
            <a:spAutoFit/>
          </a:bodyPr>
          <a:lstStyle/>
          <a:p>
            <a:r>
              <a:rPr lang="en-US" sz="3200" b="1" dirty="0"/>
              <a:t>Key Insights</a:t>
            </a:r>
            <a:endParaRPr lang="en-IN" sz="3200" b="1" dirty="0"/>
          </a:p>
        </p:txBody>
      </p:sp>
      <p:sp>
        <p:nvSpPr>
          <p:cNvPr id="4" name="Rectangle 1">
            <a:extLst>
              <a:ext uri="{FF2B5EF4-FFF2-40B4-BE49-F238E27FC236}">
                <a16:creationId xmlns:a16="http://schemas.microsoft.com/office/drawing/2014/main" id="{0ECA7405-8C74-4EF5-BEAC-2BBB8893626C}"/>
              </a:ext>
            </a:extLst>
          </p:cNvPr>
          <p:cNvSpPr>
            <a:spLocks noChangeArrowheads="1"/>
          </p:cNvSpPr>
          <p:nvPr/>
        </p:nvSpPr>
        <p:spPr bwMode="auto">
          <a:xfrm>
            <a:off x="481781" y="844160"/>
            <a:ext cx="904567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Sub-grades </a:t>
            </a:r>
            <a:r>
              <a:rPr kumimoji="0" lang="en-US" altLang="en-US" sz="1800" b="1" i="0" u="none" strike="noStrike" cap="none" normalizeH="0" baseline="0" dirty="0">
                <a:ln>
                  <a:noFill/>
                </a:ln>
                <a:solidFill>
                  <a:schemeClr val="tx1"/>
                </a:solidFill>
                <a:effectLst/>
                <a:latin typeface="Arial" panose="020B0604020202020204" pitchFamily="34" charset="0"/>
              </a:rPr>
              <a:t>F5 &amp; G-series</a:t>
            </a:r>
            <a:r>
              <a:rPr kumimoji="0" lang="en-US" altLang="en-US" sz="1800" b="0" i="0" u="none" strike="noStrike" cap="none" normalizeH="0" baseline="0" dirty="0">
                <a:ln>
                  <a:noFill/>
                </a:ln>
                <a:solidFill>
                  <a:schemeClr val="tx1"/>
                </a:solidFill>
                <a:effectLst/>
                <a:latin typeface="Arial" panose="020B0604020202020204" pitchFamily="34" charset="0"/>
              </a:rPr>
              <a:t> show </a:t>
            </a:r>
            <a:r>
              <a:rPr kumimoji="0" lang="en-US" altLang="en-US" sz="1800" b="1" i="0" u="none" strike="noStrike" cap="none" normalizeH="0" baseline="0" dirty="0">
                <a:ln>
                  <a:noFill/>
                </a:ln>
                <a:solidFill>
                  <a:schemeClr val="tx1"/>
                </a:solidFill>
                <a:effectLst/>
                <a:latin typeface="Arial" panose="020B0604020202020204" pitchFamily="34" charset="0"/>
              </a:rPr>
              <a:t>very high default (~46%)</a:t>
            </a:r>
            <a:r>
              <a:rPr kumimoji="0" lang="en-US" altLang="en-US" sz="1800" b="0" i="0" u="none" strike="noStrike" cap="none" normalizeH="0" baseline="0" dirty="0">
                <a:ln>
                  <a:noFill/>
                </a:ln>
                <a:solidFill>
                  <a:schemeClr val="tx1"/>
                </a:solidFill>
                <a:effectLst/>
                <a:latin typeface="Arial" panose="020B0604020202020204" pitchFamily="34" charset="0"/>
              </a:rPr>
              <a:t>, indicating high-risk segments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Mid-grade loans (</a:t>
            </a:r>
            <a:r>
              <a:rPr kumimoji="0" lang="en-US" altLang="en-US" sz="1800" b="1" i="0" u="none" strike="noStrike" cap="none" normalizeH="0" baseline="0" dirty="0">
                <a:ln>
                  <a:noFill/>
                </a:ln>
                <a:solidFill>
                  <a:schemeClr val="tx1"/>
                </a:solidFill>
                <a:effectLst/>
                <a:latin typeface="Arial" panose="020B0604020202020204" pitchFamily="34" charset="0"/>
              </a:rPr>
              <a:t>B–D</a:t>
            </a:r>
            <a:r>
              <a:rPr kumimoji="0" lang="en-US" altLang="en-US" sz="1800" b="0" i="0" u="none" strike="noStrike" cap="none" normalizeH="0" baseline="0" dirty="0">
                <a:ln>
                  <a:noFill/>
                </a:ln>
                <a:solidFill>
                  <a:schemeClr val="tx1"/>
                </a:solidFill>
                <a:effectLst/>
                <a:latin typeface="Arial" panose="020B0604020202020204" pitchFamily="34" charset="0"/>
              </a:rPr>
              <a:t>) provide the </a:t>
            </a:r>
            <a:r>
              <a:rPr kumimoji="0" lang="en-US" altLang="en-US" sz="1800" i="0" u="none" strike="noStrike" cap="none" normalizeH="0" baseline="0" dirty="0">
                <a:ln>
                  <a:noFill/>
                </a:ln>
                <a:solidFill>
                  <a:schemeClr val="tx1"/>
                </a:solidFill>
                <a:effectLst/>
                <a:latin typeface="Arial" panose="020B0604020202020204" pitchFamily="34" charset="0"/>
              </a:rPr>
              <a:t>best balance of profitability and risk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Lower-grade loans (</a:t>
            </a:r>
            <a:r>
              <a:rPr kumimoji="0" lang="en-US" altLang="en-US" sz="1800" b="1" i="0" u="none" strike="noStrike" cap="none" normalizeH="0" baseline="0" dirty="0">
                <a:ln>
                  <a:noFill/>
                </a:ln>
                <a:solidFill>
                  <a:schemeClr val="tx1"/>
                </a:solidFill>
                <a:effectLst/>
                <a:latin typeface="Arial" panose="020B0604020202020204" pitchFamily="34" charset="0"/>
              </a:rPr>
              <a:t>F–G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a:ln>
                  <a:noFill/>
                </a:ln>
                <a:solidFill>
                  <a:schemeClr val="tx1"/>
                </a:solidFill>
                <a:effectLst/>
                <a:latin typeface="Arial" panose="020B0604020202020204" pitchFamily="34" charset="0"/>
              </a:rPr>
              <a:t>are high-risk and low-return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Small business loans</a:t>
            </a:r>
            <a:r>
              <a:rPr kumimoji="0" lang="en-US" altLang="en-US" sz="1800" b="0" i="0" u="none" strike="noStrike" cap="none" normalizeH="0" baseline="0" dirty="0">
                <a:ln>
                  <a:noFill/>
                </a:ln>
                <a:solidFill>
                  <a:schemeClr val="tx1"/>
                </a:solidFill>
                <a:effectLst/>
                <a:latin typeface="Arial" panose="020B0604020202020204" pitchFamily="34" charset="0"/>
              </a:rPr>
              <a:t> have the </a:t>
            </a:r>
            <a:r>
              <a:rPr kumimoji="0" lang="en-US" altLang="en-US" sz="1800" b="1" i="0" u="none" strike="noStrike" cap="none" normalizeH="0" baseline="0" dirty="0">
                <a:ln>
                  <a:noFill/>
                </a:ln>
                <a:solidFill>
                  <a:schemeClr val="tx1"/>
                </a:solidFill>
                <a:effectLst/>
                <a:latin typeface="Arial" panose="020B0604020202020204" pitchFamily="34" charset="0"/>
              </a:rPr>
              <a:t>highest default (~25.6%)</a:t>
            </a:r>
            <a:r>
              <a:rPr kumimoji="0" lang="en-US" altLang="en-US" sz="1800" b="0" i="0" u="none" strike="noStrike" cap="none" normalizeH="0" baseline="0" dirty="0">
                <a:ln>
                  <a:noFill/>
                </a:ln>
                <a:solidFill>
                  <a:schemeClr val="tx1"/>
                </a:solidFill>
                <a:effectLst/>
                <a:latin typeface="Arial" panose="020B0604020202020204" pitchFamily="34" charset="0"/>
              </a:rPr>
              <a:t>, indicating risky loan purpose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Loans with </a:t>
            </a:r>
            <a:r>
              <a:rPr kumimoji="0" lang="en-US" altLang="en-US" sz="1800" b="1" i="0" u="none" strike="noStrike" cap="none" normalizeH="0" baseline="0" dirty="0">
                <a:ln>
                  <a:noFill/>
                </a:ln>
                <a:solidFill>
                  <a:schemeClr val="tx1"/>
                </a:solidFill>
                <a:effectLst/>
                <a:latin typeface="Arial" panose="020B0604020202020204" pitchFamily="34" charset="0"/>
              </a:rPr>
              <a:t>higher interest rates (&gt;15%)</a:t>
            </a:r>
            <a:r>
              <a:rPr kumimoji="0" lang="en-US" altLang="en-US" sz="1800" b="0" i="0" u="none" strike="noStrike" cap="none" normalizeH="0" baseline="0" dirty="0">
                <a:ln>
                  <a:noFill/>
                </a:ln>
                <a:solidFill>
                  <a:schemeClr val="tx1"/>
                </a:solidFill>
                <a:effectLst/>
                <a:latin typeface="Arial" panose="020B0604020202020204" pitchFamily="34" charset="0"/>
              </a:rPr>
              <a:t> show </a:t>
            </a:r>
            <a:r>
              <a:rPr kumimoji="0" lang="en-US" altLang="en-US" sz="1800" b="1" i="0" u="none" strike="noStrike" cap="none" normalizeH="0" baseline="0" dirty="0">
                <a:ln>
                  <a:noFill/>
                </a:ln>
                <a:solidFill>
                  <a:schemeClr val="tx1"/>
                </a:solidFill>
                <a:effectLst/>
                <a:latin typeface="Arial" panose="020B0604020202020204" pitchFamily="34" charset="0"/>
              </a:rPr>
              <a:t>higher default (~24%)</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60-month loans</a:t>
            </a:r>
            <a:r>
              <a:rPr kumimoji="0" lang="en-US" altLang="en-US" sz="1800" b="0" i="0" u="none" strike="noStrike" cap="none" normalizeH="0" baseline="0" dirty="0">
                <a:ln>
                  <a:noFill/>
                </a:ln>
                <a:solidFill>
                  <a:schemeClr val="tx1"/>
                </a:solidFill>
                <a:effectLst/>
                <a:latin typeface="Arial" panose="020B0604020202020204" pitchFamily="34" charset="0"/>
              </a:rPr>
              <a:t> have significantly </a:t>
            </a:r>
            <a:r>
              <a:rPr kumimoji="0" lang="en-US" altLang="en-US" sz="1800" b="1" i="0" u="none" strike="noStrike" cap="none" normalizeH="0" baseline="0" dirty="0">
                <a:ln>
                  <a:noFill/>
                </a:ln>
                <a:solidFill>
                  <a:schemeClr val="tx1"/>
                </a:solidFill>
                <a:effectLst/>
                <a:latin typeface="Arial" panose="020B0604020202020204" pitchFamily="34" charset="0"/>
              </a:rPr>
              <a:t>higher default risk</a:t>
            </a:r>
            <a:r>
              <a:rPr kumimoji="0" lang="en-US" altLang="en-US" sz="1800" b="0" i="0" u="none" strike="noStrike" cap="none" normalizeH="0" baseline="0" dirty="0">
                <a:ln>
                  <a:noFill/>
                </a:ln>
                <a:solidFill>
                  <a:schemeClr val="tx1"/>
                </a:solidFill>
                <a:effectLst/>
                <a:latin typeface="Arial" panose="020B0604020202020204" pitchFamily="34" charset="0"/>
              </a:rPr>
              <a:t> compared to 36-month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dirty="0"/>
              <a:t>~</a:t>
            </a:r>
            <a:r>
              <a:rPr lang="en-US" b="1" dirty="0"/>
              <a:t>56.9% of bad loan amount is recovered</a:t>
            </a:r>
            <a:r>
              <a:rPr lang="en-US" dirty="0"/>
              <a:t>, indicating partial recovery from defaults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62249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82E3D-8994-817F-DD6F-97565CC301E6}"/>
            </a:ext>
          </a:extLst>
        </p:cNvPr>
        <p:cNvGrpSpPr/>
        <p:nvPr/>
      </p:nvGrpSpPr>
      <p:grpSpPr>
        <a:xfrm>
          <a:off x="0" y="0"/>
          <a:ext cx="0" cy="0"/>
          <a:chOff x="0" y="0"/>
          <a:chExt cx="0" cy="0"/>
        </a:xfrm>
      </p:grpSpPr>
      <p:pic>
        <p:nvPicPr>
          <p:cNvPr id="2" name="Picture 4" descr="This may contain: an abstract blue and white background with wavy lines on the bottom right corner, in front of a plain white circle">
            <a:extLst>
              <a:ext uri="{FF2B5EF4-FFF2-40B4-BE49-F238E27FC236}">
                <a16:creationId xmlns:a16="http://schemas.microsoft.com/office/drawing/2014/main" id="{1371426F-C899-240B-6BA4-F8618C5F39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468B9C0-1CED-2602-74A3-20D04EE3EA78}"/>
              </a:ext>
            </a:extLst>
          </p:cNvPr>
          <p:cNvSpPr txBox="1"/>
          <p:nvPr/>
        </p:nvSpPr>
        <p:spPr>
          <a:xfrm>
            <a:off x="462117" y="341512"/>
            <a:ext cx="8278760" cy="584775"/>
          </a:xfrm>
          <a:prstGeom prst="rect">
            <a:avLst/>
          </a:prstGeom>
          <a:noFill/>
        </p:spPr>
        <p:txBody>
          <a:bodyPr wrap="square" rtlCol="0">
            <a:spAutoFit/>
          </a:bodyPr>
          <a:lstStyle/>
          <a:p>
            <a:r>
              <a:rPr lang="en-US" sz="3200" b="1" dirty="0"/>
              <a:t>Recommendations</a:t>
            </a:r>
            <a:endParaRPr lang="en-IN" sz="3200" b="1" dirty="0"/>
          </a:p>
        </p:txBody>
      </p:sp>
      <p:sp>
        <p:nvSpPr>
          <p:cNvPr id="4" name="Rectangle 1">
            <a:extLst>
              <a:ext uri="{FF2B5EF4-FFF2-40B4-BE49-F238E27FC236}">
                <a16:creationId xmlns:a16="http://schemas.microsoft.com/office/drawing/2014/main" id="{4C6CA74A-80C8-ABEA-9E81-2B5D39072AF6}"/>
              </a:ext>
            </a:extLst>
          </p:cNvPr>
          <p:cNvSpPr>
            <a:spLocks noChangeArrowheads="1"/>
          </p:cNvSpPr>
          <p:nvPr/>
        </p:nvSpPr>
        <p:spPr bwMode="auto">
          <a:xfrm>
            <a:off x="304801" y="1130399"/>
            <a:ext cx="11346425"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a:ln>
                  <a:noFill/>
                </a:ln>
                <a:solidFill>
                  <a:schemeClr val="tx1"/>
                </a:solidFill>
                <a:effectLst/>
                <a:latin typeface="Arial" panose="020B0604020202020204" pitchFamily="34" charset="0"/>
              </a:rPr>
              <a:t>Reduce exposure to lower-grade loans (F &amp; G) </a:t>
            </a:r>
            <a:r>
              <a:rPr kumimoji="0" lang="en-US" altLang="en-US" sz="1800" b="0" i="0" u="none" strike="noStrike" cap="none" normalizeH="0" baseline="0" dirty="0">
                <a:ln>
                  <a:noFill/>
                </a:ln>
                <a:solidFill>
                  <a:schemeClr val="tx1"/>
                </a:solidFill>
                <a:effectLst/>
                <a:latin typeface="Arial" panose="020B0604020202020204" pitchFamily="34" charset="0"/>
              </a:rPr>
              <a:t>due to high default risk and low profitability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Focus on </a:t>
            </a:r>
            <a:r>
              <a:rPr kumimoji="0" lang="en-US" altLang="en-US" sz="1800" i="0" u="none" strike="noStrike" cap="none" normalizeH="0" baseline="0" dirty="0">
                <a:ln>
                  <a:noFill/>
                </a:ln>
                <a:solidFill>
                  <a:schemeClr val="tx1"/>
                </a:solidFill>
                <a:effectLst/>
                <a:latin typeface="Arial" panose="020B0604020202020204" pitchFamily="34" charset="0"/>
              </a:rPr>
              <a:t>mid-grade segments (B–D) </a:t>
            </a:r>
            <a:r>
              <a:rPr kumimoji="0" lang="en-US" altLang="en-US" sz="1800" b="0" i="0" u="none" strike="noStrike" cap="none" normalizeH="0" baseline="0" dirty="0">
                <a:ln>
                  <a:noFill/>
                </a:ln>
                <a:solidFill>
                  <a:schemeClr val="tx1"/>
                </a:solidFill>
                <a:effectLst/>
                <a:latin typeface="Arial" panose="020B0604020202020204" pitchFamily="34" charset="0"/>
              </a:rPr>
              <a:t>as they offer the best balance of risk and return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Apply </a:t>
            </a:r>
            <a:r>
              <a:rPr kumimoji="0" lang="en-US" altLang="en-US" sz="1800" i="0" u="none" strike="noStrike" cap="none" normalizeH="0" baseline="0" dirty="0">
                <a:ln>
                  <a:noFill/>
                </a:ln>
                <a:solidFill>
                  <a:schemeClr val="tx1"/>
                </a:solidFill>
                <a:effectLst/>
                <a:latin typeface="Arial" panose="020B0604020202020204" pitchFamily="34" charset="0"/>
              </a:rPr>
              <a:t>stricter credit evaluation </a:t>
            </a:r>
            <a:r>
              <a:rPr kumimoji="0" lang="en-US" altLang="en-US" sz="1800" b="0" i="0" u="none" strike="noStrike" cap="none" normalizeH="0" baseline="0" dirty="0">
                <a:ln>
                  <a:noFill/>
                </a:ln>
                <a:solidFill>
                  <a:schemeClr val="tx1"/>
                </a:solidFill>
                <a:effectLst/>
                <a:latin typeface="Arial" panose="020B0604020202020204" pitchFamily="34" charset="0"/>
              </a:rPr>
              <a:t>for high-risk purposes such as small business and renewable energy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Implement tighter controls </a:t>
            </a:r>
            <a:r>
              <a:rPr kumimoji="0" lang="en-US" altLang="en-US" sz="1800" i="0" u="none" strike="noStrike" cap="none" normalizeH="0" baseline="0" dirty="0">
                <a:ln>
                  <a:noFill/>
                </a:ln>
                <a:solidFill>
                  <a:schemeClr val="tx1"/>
                </a:solidFill>
                <a:effectLst/>
                <a:latin typeface="Arial" panose="020B0604020202020204" pitchFamily="34" charset="0"/>
              </a:rPr>
              <a:t>for high interest rate loans (&gt;15%), </a:t>
            </a:r>
            <a:r>
              <a:rPr kumimoji="0" lang="en-US" altLang="en-US" sz="1800" b="0" i="0" u="none" strike="noStrike" cap="none" normalizeH="0" baseline="0" dirty="0">
                <a:ln>
                  <a:noFill/>
                </a:ln>
                <a:solidFill>
                  <a:schemeClr val="tx1"/>
                </a:solidFill>
                <a:effectLst/>
                <a:latin typeface="Arial" panose="020B0604020202020204" pitchFamily="34" charset="0"/>
              </a:rPr>
              <a:t>as they are associated with higher defaults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Limit or carefully monitor </a:t>
            </a:r>
            <a:r>
              <a:rPr kumimoji="0" lang="en-US" altLang="en-US" sz="1800" i="0" u="none" strike="noStrike" cap="none" normalizeH="0" baseline="0" dirty="0">
                <a:ln>
                  <a:noFill/>
                </a:ln>
                <a:solidFill>
                  <a:schemeClr val="tx1"/>
                </a:solidFill>
                <a:effectLst/>
                <a:latin typeface="Arial" panose="020B0604020202020204" pitchFamily="34" charset="0"/>
              </a:rPr>
              <a:t>long-term loans (60 months) </a:t>
            </a:r>
            <a:r>
              <a:rPr kumimoji="0" lang="en-US" altLang="en-US" sz="1800" b="0" i="0" u="none" strike="noStrike" cap="none" normalizeH="0" baseline="0" dirty="0">
                <a:ln>
                  <a:noFill/>
                </a:ln>
                <a:solidFill>
                  <a:schemeClr val="tx1"/>
                </a:solidFill>
                <a:effectLst/>
                <a:latin typeface="Arial" panose="020B0604020202020204" pitchFamily="34" charset="0"/>
              </a:rPr>
              <a:t>due to increased default risk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Closely assess borrowers with </a:t>
            </a:r>
            <a:r>
              <a:rPr kumimoji="0" lang="en-US" altLang="en-US" sz="1800" i="0" u="none" strike="noStrike" cap="none" normalizeH="0" baseline="0" dirty="0">
                <a:ln>
                  <a:noFill/>
                </a:ln>
                <a:solidFill>
                  <a:schemeClr val="tx1"/>
                </a:solidFill>
                <a:effectLst/>
                <a:latin typeface="Arial" panose="020B0604020202020204" pitchFamily="34" charset="0"/>
              </a:rPr>
              <a:t>high DTI </a:t>
            </a:r>
            <a:r>
              <a:rPr kumimoji="0" lang="en-US" altLang="en-US" sz="1800" b="0" i="0" u="none" strike="noStrike" cap="none" normalizeH="0" baseline="0" dirty="0">
                <a:ln>
                  <a:noFill/>
                </a:ln>
                <a:solidFill>
                  <a:schemeClr val="tx1"/>
                </a:solidFill>
                <a:effectLst/>
                <a:latin typeface="Arial" panose="020B0604020202020204" pitchFamily="34" charset="0"/>
              </a:rPr>
              <a:t>to reduce financial stress-related defaults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Strengthen </a:t>
            </a:r>
            <a:r>
              <a:rPr kumimoji="0" lang="en-US" altLang="en-US" sz="1800" i="0" u="none" strike="noStrike" cap="none" normalizeH="0" baseline="0" dirty="0">
                <a:ln>
                  <a:noFill/>
                </a:ln>
                <a:solidFill>
                  <a:schemeClr val="tx1"/>
                </a:solidFill>
                <a:effectLst/>
                <a:latin typeface="Arial" panose="020B0604020202020204" pitchFamily="34" charset="0"/>
              </a:rPr>
              <a:t>risk assessment beyond verification</a:t>
            </a:r>
            <a:r>
              <a:rPr kumimoji="0" lang="en-US" altLang="en-US" sz="1800" b="0" i="0" u="none" strike="noStrike" cap="none" normalizeH="0" baseline="0" dirty="0">
                <a:ln>
                  <a:noFill/>
                </a:ln>
                <a:solidFill>
                  <a:schemeClr val="tx1"/>
                </a:solidFill>
                <a:effectLst/>
                <a:latin typeface="Arial" panose="020B0604020202020204" pitchFamily="34" charset="0"/>
              </a:rPr>
              <a:t>, as verification alone does not reduce</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default risk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Target </a:t>
            </a:r>
            <a:r>
              <a:rPr kumimoji="0" lang="en-US" altLang="en-US" sz="1800" i="0" u="none" strike="noStrike" cap="none" normalizeH="0" baseline="0" dirty="0">
                <a:ln>
                  <a:noFill/>
                </a:ln>
                <a:solidFill>
                  <a:schemeClr val="tx1"/>
                </a:solidFill>
                <a:effectLst/>
                <a:latin typeface="Arial" panose="020B0604020202020204" pitchFamily="34" charset="0"/>
              </a:rPr>
              <a:t>high-income and financially stable borrowers </a:t>
            </a:r>
            <a:r>
              <a:rPr kumimoji="0" lang="en-US" altLang="en-US" sz="1800" b="0" i="0" u="none" strike="noStrike" cap="none" normalizeH="0" baseline="0" dirty="0">
                <a:ln>
                  <a:noFill/>
                </a:ln>
                <a:solidFill>
                  <a:schemeClr val="tx1"/>
                </a:solidFill>
                <a:effectLst/>
                <a:latin typeface="Arial" panose="020B0604020202020204" pitchFamily="34" charset="0"/>
              </a:rPr>
              <a:t>for safer lending </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opportunities </a:t>
            </a:r>
          </a:p>
        </p:txBody>
      </p:sp>
    </p:spTree>
    <p:extLst>
      <p:ext uri="{BB962C8B-B14F-4D97-AF65-F5344CB8AC3E}">
        <p14:creationId xmlns:p14="http://schemas.microsoft.com/office/powerpoint/2010/main" val="1196901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D3E4C-4F80-E961-48CB-EBE1C4A7F6D0}"/>
            </a:ext>
          </a:extLst>
        </p:cNvPr>
        <p:cNvGrpSpPr/>
        <p:nvPr/>
      </p:nvGrpSpPr>
      <p:grpSpPr>
        <a:xfrm>
          <a:off x="0" y="0"/>
          <a:ext cx="0" cy="0"/>
          <a:chOff x="0" y="0"/>
          <a:chExt cx="0" cy="0"/>
        </a:xfrm>
      </p:grpSpPr>
      <p:pic>
        <p:nvPicPr>
          <p:cNvPr id="2" name="Picture 4" descr="This may contain: an abstract blue and white background with wavy lines on the bottom right corner, in front of a plain white circle">
            <a:extLst>
              <a:ext uri="{FF2B5EF4-FFF2-40B4-BE49-F238E27FC236}">
                <a16:creationId xmlns:a16="http://schemas.microsoft.com/office/drawing/2014/main" id="{A2F8140E-81E4-026D-D779-6387512AB9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BF0D50E-65B2-8152-5A9A-3137508AACED}"/>
              </a:ext>
            </a:extLst>
          </p:cNvPr>
          <p:cNvSpPr txBox="1"/>
          <p:nvPr/>
        </p:nvSpPr>
        <p:spPr>
          <a:xfrm>
            <a:off x="1956619" y="2321004"/>
            <a:ext cx="8278760" cy="1015663"/>
          </a:xfrm>
          <a:prstGeom prst="rect">
            <a:avLst/>
          </a:prstGeom>
          <a:noFill/>
        </p:spPr>
        <p:txBody>
          <a:bodyPr wrap="square" rtlCol="0">
            <a:spAutoFit/>
          </a:bodyPr>
          <a:lstStyle/>
          <a:p>
            <a:r>
              <a:rPr lang="en-US" sz="6000" b="1" dirty="0"/>
              <a:t>Dashboard Preview</a:t>
            </a:r>
            <a:endParaRPr lang="en-IN" sz="6000" b="1" dirty="0"/>
          </a:p>
        </p:txBody>
      </p:sp>
    </p:spTree>
    <p:extLst>
      <p:ext uri="{BB962C8B-B14F-4D97-AF65-F5344CB8AC3E}">
        <p14:creationId xmlns:p14="http://schemas.microsoft.com/office/powerpoint/2010/main" val="4143764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60321-B09C-D67B-021F-AB6F8E58082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9D6477D-181C-DDCF-A1F2-8AE83196A5D5}"/>
              </a:ext>
            </a:extLst>
          </p:cNvPr>
          <p:cNvPicPr>
            <a:picLocks noChangeAspect="1"/>
          </p:cNvPicPr>
          <p:nvPr/>
        </p:nvPicPr>
        <p:blipFill>
          <a:blip r:embed="rId2"/>
          <a:stretch>
            <a:fillRect/>
          </a:stretch>
        </p:blipFill>
        <p:spPr>
          <a:xfrm>
            <a:off x="1317523" y="1012723"/>
            <a:ext cx="9596283" cy="5472162"/>
          </a:xfrm>
          <a:prstGeom prst="rect">
            <a:avLst/>
          </a:prstGeom>
        </p:spPr>
      </p:pic>
      <p:sp>
        <p:nvSpPr>
          <p:cNvPr id="6" name="TextBox 5">
            <a:extLst>
              <a:ext uri="{FF2B5EF4-FFF2-40B4-BE49-F238E27FC236}">
                <a16:creationId xmlns:a16="http://schemas.microsoft.com/office/drawing/2014/main" id="{F7711604-80E0-FCF9-DC05-1E6AD9D4DAA5}"/>
              </a:ext>
            </a:extLst>
          </p:cNvPr>
          <p:cNvSpPr txBox="1"/>
          <p:nvPr/>
        </p:nvSpPr>
        <p:spPr>
          <a:xfrm>
            <a:off x="383458" y="186812"/>
            <a:ext cx="3873910" cy="584775"/>
          </a:xfrm>
          <a:prstGeom prst="rect">
            <a:avLst/>
          </a:prstGeom>
          <a:noFill/>
        </p:spPr>
        <p:txBody>
          <a:bodyPr wrap="square" rtlCol="0">
            <a:spAutoFit/>
          </a:bodyPr>
          <a:lstStyle/>
          <a:p>
            <a:r>
              <a:rPr lang="en-US" sz="3200" b="1" dirty="0"/>
              <a:t>Page 1: Summary</a:t>
            </a:r>
            <a:endParaRPr lang="en-IN" sz="3200" b="1" dirty="0"/>
          </a:p>
        </p:txBody>
      </p:sp>
    </p:spTree>
    <p:extLst>
      <p:ext uri="{BB962C8B-B14F-4D97-AF65-F5344CB8AC3E}">
        <p14:creationId xmlns:p14="http://schemas.microsoft.com/office/powerpoint/2010/main" val="230181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C7903-A417-1222-3FDD-95153FBD65A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299B7A1-4811-7BCC-433E-7C8F60A147BA}"/>
              </a:ext>
            </a:extLst>
          </p:cNvPr>
          <p:cNvPicPr>
            <a:picLocks noChangeAspect="1"/>
          </p:cNvPicPr>
          <p:nvPr/>
        </p:nvPicPr>
        <p:blipFill>
          <a:blip r:embed="rId2"/>
          <a:stretch>
            <a:fillRect/>
          </a:stretch>
        </p:blipFill>
        <p:spPr>
          <a:xfrm>
            <a:off x="1396181" y="1002890"/>
            <a:ext cx="9350477" cy="5245141"/>
          </a:xfrm>
          <a:prstGeom prst="rect">
            <a:avLst/>
          </a:prstGeom>
        </p:spPr>
      </p:pic>
      <p:sp>
        <p:nvSpPr>
          <p:cNvPr id="6" name="TextBox 5">
            <a:extLst>
              <a:ext uri="{FF2B5EF4-FFF2-40B4-BE49-F238E27FC236}">
                <a16:creationId xmlns:a16="http://schemas.microsoft.com/office/drawing/2014/main" id="{1E32D518-B44F-97CC-C549-1090BD2B80B9}"/>
              </a:ext>
            </a:extLst>
          </p:cNvPr>
          <p:cNvSpPr txBox="1"/>
          <p:nvPr/>
        </p:nvSpPr>
        <p:spPr>
          <a:xfrm>
            <a:off x="619433" y="297917"/>
            <a:ext cx="8138831" cy="584775"/>
          </a:xfrm>
          <a:prstGeom prst="rect">
            <a:avLst/>
          </a:prstGeom>
          <a:noFill/>
        </p:spPr>
        <p:txBody>
          <a:bodyPr wrap="none" rtlCol="0">
            <a:spAutoFit/>
          </a:bodyPr>
          <a:lstStyle/>
          <a:p>
            <a:r>
              <a:rPr lang="en-US" sz="3200" b="1" dirty="0"/>
              <a:t>Page – 2  </a:t>
            </a:r>
            <a:r>
              <a:rPr lang="en-IN" sz="3200" b="1" dirty="0"/>
              <a:t>Loan Performance &amp; Risk Analysis</a:t>
            </a:r>
          </a:p>
        </p:txBody>
      </p:sp>
    </p:spTree>
    <p:extLst>
      <p:ext uri="{BB962C8B-B14F-4D97-AF65-F5344CB8AC3E}">
        <p14:creationId xmlns:p14="http://schemas.microsoft.com/office/powerpoint/2010/main" val="16641956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E8298-A7DD-1A63-DC69-9361381FED9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3EAE8EC-61DC-C056-C3BF-C3886C1742A3}"/>
              </a:ext>
            </a:extLst>
          </p:cNvPr>
          <p:cNvPicPr>
            <a:picLocks noChangeAspect="1"/>
          </p:cNvPicPr>
          <p:nvPr/>
        </p:nvPicPr>
        <p:blipFill>
          <a:blip r:embed="rId2"/>
          <a:stretch>
            <a:fillRect/>
          </a:stretch>
        </p:blipFill>
        <p:spPr>
          <a:xfrm>
            <a:off x="1484671" y="983226"/>
            <a:ext cx="9222658" cy="5400245"/>
          </a:xfrm>
          <a:prstGeom prst="rect">
            <a:avLst/>
          </a:prstGeom>
        </p:spPr>
      </p:pic>
      <p:sp>
        <p:nvSpPr>
          <p:cNvPr id="8" name="TextBox 7">
            <a:extLst>
              <a:ext uri="{FF2B5EF4-FFF2-40B4-BE49-F238E27FC236}">
                <a16:creationId xmlns:a16="http://schemas.microsoft.com/office/drawing/2014/main" id="{7D983887-9877-41A7-3923-FEC87C21723F}"/>
              </a:ext>
            </a:extLst>
          </p:cNvPr>
          <p:cNvSpPr txBox="1"/>
          <p:nvPr/>
        </p:nvSpPr>
        <p:spPr>
          <a:xfrm>
            <a:off x="639096" y="182141"/>
            <a:ext cx="3070905" cy="584775"/>
          </a:xfrm>
          <a:prstGeom prst="rect">
            <a:avLst/>
          </a:prstGeom>
          <a:noFill/>
        </p:spPr>
        <p:txBody>
          <a:bodyPr wrap="none" rtlCol="0">
            <a:spAutoFit/>
          </a:bodyPr>
          <a:lstStyle/>
          <a:p>
            <a:r>
              <a:rPr lang="en-US" sz="3200" b="1" dirty="0"/>
              <a:t>Page – 3 Details</a:t>
            </a:r>
            <a:endParaRPr lang="en-IN" sz="3200" b="1" dirty="0"/>
          </a:p>
        </p:txBody>
      </p:sp>
    </p:spTree>
    <p:extLst>
      <p:ext uri="{BB962C8B-B14F-4D97-AF65-F5344CB8AC3E}">
        <p14:creationId xmlns:p14="http://schemas.microsoft.com/office/powerpoint/2010/main" val="26206075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BB92C-EA73-D560-075A-990EF63F1096}"/>
            </a:ext>
          </a:extLst>
        </p:cNvPr>
        <p:cNvGrpSpPr/>
        <p:nvPr/>
      </p:nvGrpSpPr>
      <p:grpSpPr>
        <a:xfrm>
          <a:off x="0" y="0"/>
          <a:ext cx="0" cy="0"/>
          <a:chOff x="0" y="0"/>
          <a:chExt cx="0" cy="0"/>
        </a:xfrm>
      </p:grpSpPr>
      <p:pic>
        <p:nvPicPr>
          <p:cNvPr id="2" name="Picture 4" descr="This may contain: an abstract blue and white background with wavy lines on the bottom right corner, in front of a plain white circle">
            <a:extLst>
              <a:ext uri="{FF2B5EF4-FFF2-40B4-BE49-F238E27FC236}">
                <a16:creationId xmlns:a16="http://schemas.microsoft.com/office/drawing/2014/main" id="{60940344-88FE-18A6-BD16-E55354E8F3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6EBDB02-EFE3-BE7A-E7C0-A313EF30787E}"/>
              </a:ext>
            </a:extLst>
          </p:cNvPr>
          <p:cNvSpPr txBox="1"/>
          <p:nvPr/>
        </p:nvSpPr>
        <p:spPr>
          <a:xfrm>
            <a:off x="3539613" y="196645"/>
            <a:ext cx="3541354" cy="923330"/>
          </a:xfrm>
          <a:prstGeom prst="rect">
            <a:avLst/>
          </a:prstGeom>
          <a:noFill/>
        </p:spPr>
        <p:txBody>
          <a:bodyPr wrap="none" rtlCol="0">
            <a:spAutoFit/>
          </a:bodyPr>
          <a:lstStyle/>
          <a:p>
            <a:r>
              <a:rPr lang="en-US" sz="5400" b="1" dirty="0">
                <a:latin typeface="+mj-lt"/>
              </a:rPr>
              <a:t>Conclusion</a:t>
            </a:r>
            <a:endParaRPr lang="en-IN" sz="5400" b="1" dirty="0">
              <a:latin typeface="+mj-lt"/>
            </a:endParaRPr>
          </a:p>
        </p:txBody>
      </p:sp>
      <p:sp>
        <p:nvSpPr>
          <p:cNvPr id="5" name="TextBox 4">
            <a:extLst>
              <a:ext uri="{FF2B5EF4-FFF2-40B4-BE49-F238E27FC236}">
                <a16:creationId xmlns:a16="http://schemas.microsoft.com/office/drawing/2014/main" id="{440B59B4-1997-081B-C567-83CB26444E33}"/>
              </a:ext>
            </a:extLst>
          </p:cNvPr>
          <p:cNvSpPr txBox="1"/>
          <p:nvPr/>
        </p:nvSpPr>
        <p:spPr>
          <a:xfrm>
            <a:off x="1386348" y="1772630"/>
            <a:ext cx="9458633" cy="2308324"/>
          </a:xfrm>
          <a:prstGeom prst="rect">
            <a:avLst/>
          </a:prstGeom>
          <a:noFill/>
        </p:spPr>
        <p:txBody>
          <a:bodyPr wrap="square">
            <a:spAutoFit/>
          </a:bodyPr>
          <a:lstStyle/>
          <a:p>
            <a:r>
              <a:rPr lang="en-US" sz="2400" dirty="0"/>
              <a:t>The analysis highlights that loan performance is strongly influenced by factors such as credit grade, loan purpose, interest rate, and loan term. By identifying high-risk segments and profitable customer groups, data-driven insights can help financial institutions improve lending strategies, reduce default risk, and enhance overall portfolio performance.</a:t>
            </a:r>
            <a:endParaRPr lang="en-IN" sz="2400" dirty="0"/>
          </a:p>
        </p:txBody>
      </p:sp>
    </p:spTree>
    <p:extLst>
      <p:ext uri="{BB962C8B-B14F-4D97-AF65-F5344CB8AC3E}">
        <p14:creationId xmlns:p14="http://schemas.microsoft.com/office/powerpoint/2010/main" val="3936271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20076-7E22-01A4-5B13-0DF307022608}"/>
            </a:ext>
          </a:extLst>
        </p:cNvPr>
        <p:cNvGrpSpPr/>
        <p:nvPr/>
      </p:nvGrpSpPr>
      <p:grpSpPr>
        <a:xfrm>
          <a:off x="0" y="0"/>
          <a:ext cx="0" cy="0"/>
          <a:chOff x="0" y="0"/>
          <a:chExt cx="0" cy="0"/>
        </a:xfrm>
      </p:grpSpPr>
      <p:pic>
        <p:nvPicPr>
          <p:cNvPr id="2" name="Picture 4" descr="This may contain: an abstract blue and white background with wavy lines on the bottom right corner, in front of a plain white circle">
            <a:extLst>
              <a:ext uri="{FF2B5EF4-FFF2-40B4-BE49-F238E27FC236}">
                <a16:creationId xmlns:a16="http://schemas.microsoft.com/office/drawing/2014/main" id="{30F3326A-6E6F-77C4-77E7-0D676D9810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832"/>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50510A3-543F-8EA5-4D11-43953262D17D}"/>
              </a:ext>
            </a:extLst>
          </p:cNvPr>
          <p:cNvSpPr txBox="1"/>
          <p:nvPr/>
        </p:nvSpPr>
        <p:spPr>
          <a:xfrm>
            <a:off x="2694039" y="1993180"/>
            <a:ext cx="6096000" cy="1200329"/>
          </a:xfrm>
          <a:prstGeom prst="rect">
            <a:avLst/>
          </a:prstGeom>
          <a:noFill/>
        </p:spPr>
        <p:txBody>
          <a:bodyPr wrap="square">
            <a:spAutoFit/>
          </a:bodyPr>
          <a:lstStyle/>
          <a:p>
            <a:r>
              <a:rPr lang="en-US" sz="7200" b="1" dirty="0">
                <a:latin typeface="Arial" panose="020B0604020202020204" pitchFamily="34" charset="0"/>
                <a:cs typeface="Arial" panose="020B0604020202020204" pitchFamily="34" charset="0"/>
              </a:rPr>
              <a:t>Thank you !      </a:t>
            </a:r>
            <a:endParaRPr lang="en-IN" sz="7200" b="1"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464DFF84-E4D8-9DA4-8B5D-8DF28530E8EB}"/>
              </a:ext>
            </a:extLst>
          </p:cNvPr>
          <p:cNvPicPr>
            <a:picLocks noChangeAspect="1"/>
          </p:cNvPicPr>
          <p:nvPr/>
        </p:nvPicPr>
        <p:blipFill>
          <a:blip r:embed="rId3"/>
          <a:stretch>
            <a:fillRect/>
          </a:stretch>
        </p:blipFill>
        <p:spPr>
          <a:xfrm>
            <a:off x="4684457" y="3289891"/>
            <a:ext cx="1800529" cy="1394282"/>
          </a:xfrm>
          <a:prstGeom prst="rect">
            <a:avLst/>
          </a:prstGeom>
        </p:spPr>
      </p:pic>
    </p:spTree>
    <p:extLst>
      <p:ext uri="{BB962C8B-B14F-4D97-AF65-F5344CB8AC3E}">
        <p14:creationId xmlns:p14="http://schemas.microsoft.com/office/powerpoint/2010/main" val="7533633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307</TotalTime>
  <Words>755</Words>
  <Application>Microsoft Office PowerPoint</Application>
  <PresentationFormat>Widescreen</PresentationFormat>
  <Paragraphs>100</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lakshay arora</dc:creator>
  <cp:lastModifiedBy>lakshay arora</cp:lastModifiedBy>
  <cp:revision>1</cp:revision>
  <dcterms:created xsi:type="dcterms:W3CDTF">2026-04-11T10:54:24Z</dcterms:created>
  <dcterms:modified xsi:type="dcterms:W3CDTF">2026-04-11T16:01:54Z</dcterms:modified>
</cp:coreProperties>
</file>